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8" r:id="rId1"/>
  </p:sldMasterIdLst>
  <p:sldIdLst>
    <p:sldId id="256" r:id="rId2"/>
    <p:sldId id="304" r:id="rId3"/>
    <p:sldId id="319" r:id="rId4"/>
    <p:sldId id="276" r:id="rId5"/>
    <p:sldId id="307" r:id="rId6"/>
    <p:sldId id="278" r:id="rId7"/>
    <p:sldId id="279" r:id="rId8"/>
    <p:sldId id="318" r:id="rId9"/>
    <p:sldId id="281" r:id="rId10"/>
    <p:sldId id="282" r:id="rId11"/>
    <p:sldId id="314" r:id="rId12"/>
    <p:sldId id="284" r:id="rId13"/>
    <p:sldId id="285" r:id="rId14"/>
    <p:sldId id="312" r:id="rId15"/>
    <p:sldId id="287" r:id="rId16"/>
    <p:sldId id="288" r:id="rId17"/>
    <p:sldId id="311" r:id="rId18"/>
    <p:sldId id="290" r:id="rId19"/>
    <p:sldId id="291" r:id="rId20"/>
    <p:sldId id="308" r:id="rId21"/>
    <p:sldId id="293" r:id="rId22"/>
    <p:sldId id="294" r:id="rId23"/>
    <p:sldId id="310" r:id="rId24"/>
    <p:sldId id="296" r:id="rId25"/>
    <p:sldId id="297" r:id="rId26"/>
    <p:sldId id="309" r:id="rId27"/>
    <p:sldId id="299" r:id="rId28"/>
    <p:sldId id="300" r:id="rId29"/>
    <p:sldId id="306" r:id="rId30"/>
    <p:sldId id="302" r:id="rId31"/>
    <p:sldId id="303" r:id="rId32"/>
    <p:sldId id="316" r:id="rId33"/>
    <p:sldId id="259" r:id="rId34"/>
    <p:sldId id="260" r:id="rId35"/>
    <p:sldId id="315" r:id="rId36"/>
    <p:sldId id="262" r:id="rId37"/>
    <p:sldId id="263" r:id="rId38"/>
    <p:sldId id="305" r:id="rId39"/>
    <p:sldId id="265" r:id="rId40"/>
    <p:sldId id="269" r:id="rId41"/>
    <p:sldId id="313" r:id="rId42"/>
    <p:sldId id="267" r:id="rId43"/>
    <p:sldId id="268" r:id="rId44"/>
    <p:sldId id="277" r:id="rId45"/>
    <p:sldId id="272" r:id="rId46"/>
    <p:sldId id="271" r:id="rId47"/>
    <p:sldId id="317" r:id="rId48"/>
    <p:sldId id="274" r:id="rId49"/>
    <p:sldId id="275"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30241B-4637-4773-AC5E-3E46BFC090CE}" v="42" dt="2026-01-31T05:14:24.3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44" autoAdjust="0"/>
    <p:restoredTop sz="94660"/>
  </p:normalViewPr>
  <p:slideViewPr>
    <p:cSldViewPr snapToGrid="0">
      <p:cViewPr varScale="1">
        <p:scale>
          <a:sx n="78" d="100"/>
          <a:sy n="78" d="100"/>
        </p:scale>
        <p:origin x="98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YANKA MALLIK" userId="aa4a70b0fa68d4fd" providerId="LiveId" clId="{0AA059F0-374B-4CB9-9F9B-817340B6B655}"/>
    <pc:docChg chg="undo custSel addSld delSld modSld sldOrd">
      <pc:chgData name="PRIYANKA MALLIK" userId="aa4a70b0fa68d4fd" providerId="LiveId" clId="{0AA059F0-374B-4CB9-9F9B-817340B6B655}" dt="2026-01-31T05:15:00.359" v="2140" actId="1076"/>
      <pc:docMkLst>
        <pc:docMk/>
      </pc:docMkLst>
      <pc:sldChg chg="modSp del mod">
        <pc:chgData name="PRIYANKA MALLIK" userId="aa4a70b0fa68d4fd" providerId="LiveId" clId="{0AA059F0-374B-4CB9-9F9B-817340B6B655}" dt="2026-01-31T02:36:56.243" v="801" actId="2696"/>
        <pc:sldMkLst>
          <pc:docMk/>
          <pc:sldMk cId="1202448850" sldId="257"/>
        </pc:sldMkLst>
        <pc:spChg chg="mod">
          <ac:chgData name="PRIYANKA MALLIK" userId="aa4a70b0fa68d4fd" providerId="LiveId" clId="{0AA059F0-374B-4CB9-9F9B-817340B6B655}" dt="2026-01-30T19:12:47.828" v="748" actId="20577"/>
          <ac:spMkLst>
            <pc:docMk/>
            <pc:sldMk cId="1202448850" sldId="257"/>
            <ac:spMk id="3" creationId="{2DC651C3-1C9E-7E01-242E-E97327EDFD66}"/>
          </ac:spMkLst>
        </pc:spChg>
      </pc:sldChg>
      <pc:sldChg chg="del">
        <pc:chgData name="PRIYANKA MALLIK" userId="aa4a70b0fa68d4fd" providerId="LiveId" clId="{0AA059F0-374B-4CB9-9F9B-817340B6B655}" dt="2026-01-31T05:01:55.887" v="2088" actId="2696"/>
        <pc:sldMkLst>
          <pc:docMk/>
          <pc:sldMk cId="1212926535" sldId="258"/>
        </pc:sldMkLst>
      </pc:sldChg>
      <pc:sldChg chg="delSp modSp mod">
        <pc:chgData name="PRIYANKA MALLIK" userId="aa4a70b0fa68d4fd" providerId="LiveId" clId="{0AA059F0-374B-4CB9-9F9B-817340B6B655}" dt="2026-01-31T03:13:54.472" v="1237" actId="20577"/>
        <pc:sldMkLst>
          <pc:docMk/>
          <pc:sldMk cId="1857879222" sldId="259"/>
        </pc:sldMkLst>
        <pc:spChg chg="del">
          <ac:chgData name="PRIYANKA MALLIK" userId="aa4a70b0fa68d4fd" providerId="LiveId" clId="{0AA059F0-374B-4CB9-9F9B-817340B6B655}" dt="2026-01-31T03:11:46.636" v="1192" actId="21"/>
          <ac:spMkLst>
            <pc:docMk/>
            <pc:sldMk cId="1857879222" sldId="259"/>
            <ac:spMk id="2" creationId="{E3CC7125-0F70-6A5F-9B3D-7FA97D978DDB}"/>
          </ac:spMkLst>
        </pc:spChg>
        <pc:spChg chg="mod">
          <ac:chgData name="PRIYANKA MALLIK" userId="aa4a70b0fa68d4fd" providerId="LiveId" clId="{0AA059F0-374B-4CB9-9F9B-817340B6B655}" dt="2026-01-31T03:13:54.472" v="1237" actId="20577"/>
          <ac:spMkLst>
            <pc:docMk/>
            <pc:sldMk cId="1857879222" sldId="259"/>
            <ac:spMk id="3" creationId="{51DEE64E-28A3-239E-7172-B6E9C017FD3D}"/>
          </ac:spMkLst>
        </pc:spChg>
      </pc:sldChg>
      <pc:sldChg chg="addSp delSp modSp mod">
        <pc:chgData name="PRIYANKA MALLIK" userId="aa4a70b0fa68d4fd" providerId="LiveId" clId="{0AA059F0-374B-4CB9-9F9B-817340B6B655}" dt="2026-01-31T03:35:04.063" v="1430" actId="20577"/>
        <pc:sldMkLst>
          <pc:docMk/>
          <pc:sldMk cId="1555645942" sldId="260"/>
        </pc:sldMkLst>
        <pc:spChg chg="del">
          <ac:chgData name="PRIYANKA MALLIK" userId="aa4a70b0fa68d4fd" providerId="LiveId" clId="{0AA059F0-374B-4CB9-9F9B-817340B6B655}" dt="2026-01-31T02:36:31.382" v="799" actId="21"/>
          <ac:spMkLst>
            <pc:docMk/>
            <pc:sldMk cId="1555645942" sldId="260"/>
            <ac:spMk id="2" creationId="{7853E0DA-756F-CB01-840F-37A985C83216}"/>
          </ac:spMkLst>
        </pc:spChg>
        <pc:spChg chg="del mod">
          <ac:chgData name="PRIYANKA MALLIK" userId="aa4a70b0fa68d4fd" providerId="LiveId" clId="{0AA059F0-374B-4CB9-9F9B-817340B6B655}" dt="2026-01-31T03:32:41.333" v="1275"/>
          <ac:spMkLst>
            <pc:docMk/>
            <pc:sldMk cId="1555645942" sldId="260"/>
            <ac:spMk id="3" creationId="{B4ABA58E-B32F-1403-6060-886F1E954D89}"/>
          </ac:spMkLst>
        </pc:spChg>
        <pc:spChg chg="add">
          <ac:chgData name="PRIYANKA MALLIK" userId="aa4a70b0fa68d4fd" providerId="LiveId" clId="{0AA059F0-374B-4CB9-9F9B-817340B6B655}" dt="2026-01-31T03:28:38.728" v="1238"/>
          <ac:spMkLst>
            <pc:docMk/>
            <pc:sldMk cId="1555645942" sldId="260"/>
            <ac:spMk id="4" creationId="{F074EDE1-171A-6123-FA4F-1CCF842AFDCD}"/>
          </ac:spMkLst>
        </pc:spChg>
        <pc:spChg chg="add">
          <ac:chgData name="PRIYANKA MALLIK" userId="aa4a70b0fa68d4fd" providerId="LiveId" clId="{0AA059F0-374B-4CB9-9F9B-817340B6B655}" dt="2026-01-31T03:28:53.961" v="1239"/>
          <ac:spMkLst>
            <pc:docMk/>
            <pc:sldMk cId="1555645942" sldId="260"/>
            <ac:spMk id="5" creationId="{0E0FBE80-2777-6C51-0DCD-E52630171D83}"/>
          </ac:spMkLst>
        </pc:spChg>
        <pc:spChg chg="add">
          <ac:chgData name="PRIYANKA MALLIK" userId="aa4a70b0fa68d4fd" providerId="LiveId" clId="{0AA059F0-374B-4CB9-9F9B-817340B6B655}" dt="2026-01-31T03:29:36.088" v="1245"/>
          <ac:spMkLst>
            <pc:docMk/>
            <pc:sldMk cId="1555645942" sldId="260"/>
            <ac:spMk id="6" creationId="{4BF09C79-459D-ACB1-5D7F-1E35FC39F986}"/>
          </ac:spMkLst>
        </pc:spChg>
        <pc:spChg chg="add del mod">
          <ac:chgData name="PRIYANKA MALLIK" userId="aa4a70b0fa68d4fd" providerId="LiveId" clId="{0AA059F0-374B-4CB9-9F9B-817340B6B655}" dt="2026-01-31T03:32:37.739" v="1274" actId="21"/>
          <ac:spMkLst>
            <pc:docMk/>
            <pc:sldMk cId="1555645942" sldId="260"/>
            <ac:spMk id="7" creationId="{52542E1E-BF7D-B9A5-3411-E5B0BD790964}"/>
          </ac:spMkLst>
        </pc:spChg>
        <pc:spChg chg="add mod">
          <ac:chgData name="PRIYANKA MALLIK" userId="aa4a70b0fa68d4fd" providerId="LiveId" clId="{0AA059F0-374B-4CB9-9F9B-817340B6B655}" dt="2026-01-31T03:35:04.063" v="1430" actId="20577"/>
          <ac:spMkLst>
            <pc:docMk/>
            <pc:sldMk cId="1555645942" sldId="260"/>
            <ac:spMk id="8" creationId="{52542E1E-BF7D-B9A5-3411-E5B0BD790964}"/>
          </ac:spMkLst>
        </pc:spChg>
      </pc:sldChg>
      <pc:sldChg chg="del">
        <pc:chgData name="PRIYANKA MALLIK" userId="aa4a70b0fa68d4fd" providerId="LiveId" clId="{0AA059F0-374B-4CB9-9F9B-817340B6B655}" dt="2026-01-31T05:02:07.447" v="2089" actId="2696"/>
        <pc:sldMkLst>
          <pc:docMk/>
          <pc:sldMk cId="3567089761" sldId="261"/>
        </pc:sldMkLst>
      </pc:sldChg>
      <pc:sldChg chg="delSp modSp mod">
        <pc:chgData name="PRIYANKA MALLIK" userId="aa4a70b0fa68d4fd" providerId="LiveId" clId="{0AA059F0-374B-4CB9-9F9B-817340B6B655}" dt="2026-01-31T03:35:59.409" v="1458" actId="20577"/>
        <pc:sldMkLst>
          <pc:docMk/>
          <pc:sldMk cId="3612073726" sldId="262"/>
        </pc:sldMkLst>
        <pc:spChg chg="del">
          <ac:chgData name="PRIYANKA MALLIK" userId="aa4a70b0fa68d4fd" providerId="LiveId" clId="{0AA059F0-374B-4CB9-9F9B-817340B6B655}" dt="2026-01-31T03:35:22.448" v="1431" actId="21"/>
          <ac:spMkLst>
            <pc:docMk/>
            <pc:sldMk cId="3612073726" sldId="262"/>
            <ac:spMk id="2" creationId="{092D5CCD-092D-A1A4-8AD4-FB6A767F3DB7}"/>
          </ac:spMkLst>
        </pc:spChg>
        <pc:spChg chg="mod">
          <ac:chgData name="PRIYANKA MALLIK" userId="aa4a70b0fa68d4fd" providerId="LiveId" clId="{0AA059F0-374B-4CB9-9F9B-817340B6B655}" dt="2026-01-31T03:35:59.409" v="1458" actId="20577"/>
          <ac:spMkLst>
            <pc:docMk/>
            <pc:sldMk cId="3612073726" sldId="262"/>
            <ac:spMk id="3" creationId="{1BB6AD56-5076-E0C0-DD53-567CFB1712B4}"/>
          </ac:spMkLst>
        </pc:spChg>
      </pc:sldChg>
      <pc:sldChg chg="addSp delSp modSp mod">
        <pc:chgData name="PRIYANKA MALLIK" userId="aa4a70b0fa68d4fd" providerId="LiveId" clId="{0AA059F0-374B-4CB9-9F9B-817340B6B655}" dt="2026-01-31T04:01:39.346" v="1599" actId="20577"/>
        <pc:sldMkLst>
          <pc:docMk/>
          <pc:sldMk cId="4171552420" sldId="263"/>
        </pc:sldMkLst>
        <pc:spChg chg="del">
          <ac:chgData name="PRIYANKA MALLIK" userId="aa4a70b0fa68d4fd" providerId="LiveId" clId="{0AA059F0-374B-4CB9-9F9B-817340B6B655}" dt="2026-01-31T02:40:53.655" v="819" actId="21"/>
          <ac:spMkLst>
            <pc:docMk/>
            <pc:sldMk cId="4171552420" sldId="263"/>
            <ac:spMk id="2" creationId="{97CA53BC-305D-5330-33CF-E2AEC4C10FA8}"/>
          </ac:spMkLst>
        </pc:spChg>
        <pc:spChg chg="mod">
          <ac:chgData name="PRIYANKA MALLIK" userId="aa4a70b0fa68d4fd" providerId="LiveId" clId="{0AA059F0-374B-4CB9-9F9B-817340B6B655}" dt="2026-01-31T04:01:39.346" v="1599" actId="20577"/>
          <ac:spMkLst>
            <pc:docMk/>
            <pc:sldMk cId="4171552420" sldId="263"/>
            <ac:spMk id="3" creationId="{50CEEAE7-A346-8D3F-DFE0-33BF34B91B68}"/>
          </ac:spMkLst>
        </pc:spChg>
        <pc:picChg chg="add mod">
          <ac:chgData name="PRIYANKA MALLIK" userId="aa4a70b0fa68d4fd" providerId="LiveId" clId="{0AA059F0-374B-4CB9-9F9B-817340B6B655}" dt="2026-01-31T02:48:25.039" v="1008" actId="1076"/>
          <ac:picMkLst>
            <pc:docMk/>
            <pc:sldMk cId="4171552420" sldId="263"/>
            <ac:picMk id="5" creationId="{0AFAAE9D-500E-E13B-1351-E2ED4E9DDC0C}"/>
          </ac:picMkLst>
        </pc:picChg>
      </pc:sldChg>
      <pc:sldChg chg="del">
        <pc:chgData name="PRIYANKA MALLIK" userId="aa4a70b0fa68d4fd" providerId="LiveId" clId="{0AA059F0-374B-4CB9-9F9B-817340B6B655}" dt="2026-01-31T05:02:31.515" v="2093" actId="2696"/>
        <pc:sldMkLst>
          <pc:docMk/>
          <pc:sldMk cId="445919000" sldId="264"/>
        </pc:sldMkLst>
      </pc:sldChg>
      <pc:sldChg chg="delSp modSp mod">
        <pc:chgData name="PRIYANKA MALLIK" userId="aa4a70b0fa68d4fd" providerId="LiveId" clId="{0AA059F0-374B-4CB9-9F9B-817340B6B655}" dt="2026-01-31T02:49:40.388" v="1040" actId="20577"/>
        <pc:sldMkLst>
          <pc:docMk/>
          <pc:sldMk cId="1056688417" sldId="265"/>
        </pc:sldMkLst>
        <pc:spChg chg="del">
          <ac:chgData name="PRIYANKA MALLIK" userId="aa4a70b0fa68d4fd" providerId="LiveId" clId="{0AA059F0-374B-4CB9-9F9B-817340B6B655}" dt="2026-01-31T02:48:53.110" v="1009" actId="21"/>
          <ac:spMkLst>
            <pc:docMk/>
            <pc:sldMk cId="1056688417" sldId="265"/>
            <ac:spMk id="2" creationId="{A539F50A-8729-8A14-1649-57F42E3DD201}"/>
          </ac:spMkLst>
        </pc:spChg>
        <pc:spChg chg="mod">
          <ac:chgData name="PRIYANKA MALLIK" userId="aa4a70b0fa68d4fd" providerId="LiveId" clId="{0AA059F0-374B-4CB9-9F9B-817340B6B655}" dt="2026-01-31T02:49:40.388" v="1040" actId="20577"/>
          <ac:spMkLst>
            <pc:docMk/>
            <pc:sldMk cId="1056688417" sldId="265"/>
            <ac:spMk id="3" creationId="{26794B8D-B03B-636E-03E4-78BD3E79021B}"/>
          </ac:spMkLst>
        </pc:spChg>
      </pc:sldChg>
      <pc:sldChg chg="del">
        <pc:chgData name="PRIYANKA MALLIK" userId="aa4a70b0fa68d4fd" providerId="LiveId" clId="{0AA059F0-374B-4CB9-9F9B-817340B6B655}" dt="2026-01-31T05:02:27.302" v="2092" actId="2696"/>
        <pc:sldMkLst>
          <pc:docMk/>
          <pc:sldMk cId="362494850" sldId="266"/>
        </pc:sldMkLst>
      </pc:sldChg>
      <pc:sldChg chg="delSp modSp mod">
        <pc:chgData name="PRIYANKA MALLIK" userId="aa4a70b0fa68d4fd" providerId="LiveId" clId="{0AA059F0-374B-4CB9-9F9B-817340B6B655}" dt="2026-01-31T04:03:08.085" v="1658" actId="20577"/>
        <pc:sldMkLst>
          <pc:docMk/>
          <pc:sldMk cId="3387016321" sldId="267"/>
        </pc:sldMkLst>
        <pc:spChg chg="del">
          <ac:chgData name="PRIYANKA MALLIK" userId="aa4a70b0fa68d4fd" providerId="LiveId" clId="{0AA059F0-374B-4CB9-9F9B-817340B6B655}" dt="2026-01-31T04:02:18.407" v="1614" actId="21"/>
          <ac:spMkLst>
            <pc:docMk/>
            <pc:sldMk cId="3387016321" sldId="267"/>
            <ac:spMk id="2" creationId="{4DF566E0-DF9F-BFB7-C2C1-A454C5384A66}"/>
          </ac:spMkLst>
        </pc:spChg>
        <pc:spChg chg="mod">
          <ac:chgData name="PRIYANKA MALLIK" userId="aa4a70b0fa68d4fd" providerId="LiveId" clId="{0AA059F0-374B-4CB9-9F9B-817340B6B655}" dt="2026-01-31T04:03:08.085" v="1658" actId="20577"/>
          <ac:spMkLst>
            <pc:docMk/>
            <pc:sldMk cId="3387016321" sldId="267"/>
            <ac:spMk id="3" creationId="{670CF5ED-5CB5-7113-4C4C-30BF8051B3A5}"/>
          </ac:spMkLst>
        </pc:spChg>
      </pc:sldChg>
      <pc:sldChg chg="addSp delSp modSp mod">
        <pc:chgData name="PRIYANKA MALLIK" userId="aa4a70b0fa68d4fd" providerId="LiveId" clId="{0AA059F0-374B-4CB9-9F9B-817340B6B655}" dt="2026-01-31T03:45:47.891" v="1571" actId="14100"/>
        <pc:sldMkLst>
          <pc:docMk/>
          <pc:sldMk cId="1064083200" sldId="268"/>
        </pc:sldMkLst>
        <pc:spChg chg="del mod">
          <ac:chgData name="PRIYANKA MALLIK" userId="aa4a70b0fa68d4fd" providerId="LiveId" clId="{0AA059F0-374B-4CB9-9F9B-817340B6B655}" dt="2026-01-31T02:33:58.977" v="786" actId="21"/>
          <ac:spMkLst>
            <pc:docMk/>
            <pc:sldMk cId="1064083200" sldId="268"/>
            <ac:spMk id="2" creationId="{30F224F2-381B-33C3-D2AC-E435C8F8B0CD}"/>
          </ac:spMkLst>
        </pc:spChg>
        <pc:spChg chg="mod">
          <ac:chgData name="PRIYANKA MALLIK" userId="aa4a70b0fa68d4fd" providerId="LiveId" clId="{0AA059F0-374B-4CB9-9F9B-817340B6B655}" dt="2026-01-31T03:45:35.143" v="1570" actId="20577"/>
          <ac:spMkLst>
            <pc:docMk/>
            <pc:sldMk cId="1064083200" sldId="268"/>
            <ac:spMk id="3" creationId="{F840DE73-2DD5-CF08-D114-44F2F434D5BA}"/>
          </ac:spMkLst>
        </pc:spChg>
        <pc:picChg chg="add del mod">
          <ac:chgData name="PRIYANKA MALLIK" userId="aa4a70b0fa68d4fd" providerId="LiveId" clId="{0AA059F0-374B-4CB9-9F9B-817340B6B655}" dt="2026-01-31T03:42:28.756" v="1465" actId="21"/>
          <ac:picMkLst>
            <pc:docMk/>
            <pc:sldMk cId="1064083200" sldId="268"/>
            <ac:picMk id="5" creationId="{F04CC201-1CCB-9218-22B3-5F7B284BD7B0}"/>
          </ac:picMkLst>
        </pc:picChg>
        <pc:picChg chg="add mod">
          <ac:chgData name="PRIYANKA MALLIK" userId="aa4a70b0fa68d4fd" providerId="LiveId" clId="{0AA059F0-374B-4CB9-9F9B-817340B6B655}" dt="2026-01-31T03:45:47.891" v="1571" actId="14100"/>
          <ac:picMkLst>
            <pc:docMk/>
            <pc:sldMk cId="1064083200" sldId="268"/>
            <ac:picMk id="7" creationId="{741CA467-A8E9-3FB3-9CF4-CD084B072BC6}"/>
          </ac:picMkLst>
        </pc:picChg>
      </pc:sldChg>
      <pc:sldChg chg="delSp modSp mod ord">
        <pc:chgData name="PRIYANKA MALLIK" userId="aa4a70b0fa68d4fd" providerId="LiveId" clId="{0AA059F0-374B-4CB9-9F9B-817340B6B655}" dt="2026-01-31T04:02:05.193" v="1613" actId="20577"/>
        <pc:sldMkLst>
          <pc:docMk/>
          <pc:sldMk cId="2337499862" sldId="269"/>
        </pc:sldMkLst>
        <pc:spChg chg="del">
          <ac:chgData name="PRIYANKA MALLIK" userId="aa4a70b0fa68d4fd" providerId="LiveId" clId="{0AA059F0-374B-4CB9-9F9B-817340B6B655}" dt="2026-01-31T02:38:20.520" v="808" actId="21"/>
          <ac:spMkLst>
            <pc:docMk/>
            <pc:sldMk cId="2337499862" sldId="269"/>
            <ac:spMk id="2" creationId="{4E5720FB-FAC7-C336-9419-B2CE8E333863}"/>
          </ac:spMkLst>
        </pc:spChg>
        <pc:spChg chg="mod">
          <ac:chgData name="PRIYANKA MALLIK" userId="aa4a70b0fa68d4fd" providerId="LiveId" clId="{0AA059F0-374B-4CB9-9F9B-817340B6B655}" dt="2026-01-31T04:02:05.193" v="1613" actId="20577"/>
          <ac:spMkLst>
            <pc:docMk/>
            <pc:sldMk cId="2337499862" sldId="269"/>
            <ac:spMk id="3" creationId="{19435B58-23F3-3BCD-0141-FD99299F8682}"/>
          </ac:spMkLst>
        </pc:spChg>
      </pc:sldChg>
      <pc:sldChg chg="del ord">
        <pc:chgData name="PRIYANKA MALLIK" userId="aa4a70b0fa68d4fd" providerId="LiveId" clId="{0AA059F0-374B-4CB9-9F9B-817340B6B655}" dt="2026-01-31T05:02:22.970" v="2091" actId="2696"/>
        <pc:sldMkLst>
          <pc:docMk/>
          <pc:sldMk cId="1521236950" sldId="270"/>
        </pc:sldMkLst>
      </pc:sldChg>
      <pc:sldChg chg="addSp delSp modSp mod ord">
        <pc:chgData name="PRIYANKA MALLIK" userId="aa4a70b0fa68d4fd" providerId="LiveId" clId="{0AA059F0-374B-4CB9-9F9B-817340B6B655}" dt="2026-01-31T04:36:19.246" v="1691" actId="1076"/>
        <pc:sldMkLst>
          <pc:docMk/>
          <pc:sldMk cId="2854715088" sldId="271"/>
        </pc:sldMkLst>
        <pc:spChg chg="del">
          <ac:chgData name="PRIYANKA MALLIK" userId="aa4a70b0fa68d4fd" providerId="LiveId" clId="{0AA059F0-374B-4CB9-9F9B-817340B6B655}" dt="2026-01-31T02:34:42.815" v="792" actId="21"/>
          <ac:spMkLst>
            <pc:docMk/>
            <pc:sldMk cId="2854715088" sldId="271"/>
            <ac:spMk id="2" creationId="{9026B4BC-2EAA-4080-6127-87972C584511}"/>
          </ac:spMkLst>
        </pc:spChg>
        <pc:spChg chg="mod">
          <ac:chgData name="PRIYANKA MALLIK" userId="aa4a70b0fa68d4fd" providerId="LiveId" clId="{0AA059F0-374B-4CB9-9F9B-817340B6B655}" dt="2026-01-31T04:31:32" v="1679" actId="20577"/>
          <ac:spMkLst>
            <pc:docMk/>
            <pc:sldMk cId="2854715088" sldId="271"/>
            <ac:spMk id="3" creationId="{130EC066-7903-11C7-8F63-170594C71CDC}"/>
          </ac:spMkLst>
        </pc:spChg>
        <pc:picChg chg="add mod">
          <ac:chgData name="PRIYANKA MALLIK" userId="aa4a70b0fa68d4fd" providerId="LiveId" clId="{0AA059F0-374B-4CB9-9F9B-817340B6B655}" dt="2026-01-31T04:35:18.356" v="1682" actId="1076"/>
          <ac:picMkLst>
            <pc:docMk/>
            <pc:sldMk cId="2854715088" sldId="271"/>
            <ac:picMk id="4" creationId="{8D2F9A02-3FBA-CB9A-309E-77530E4100CD}"/>
          </ac:picMkLst>
        </pc:picChg>
        <pc:picChg chg="add mod">
          <ac:chgData name="PRIYANKA MALLIK" userId="aa4a70b0fa68d4fd" providerId="LiveId" clId="{0AA059F0-374B-4CB9-9F9B-817340B6B655}" dt="2026-01-31T04:35:34.192" v="1684" actId="1076"/>
          <ac:picMkLst>
            <pc:docMk/>
            <pc:sldMk cId="2854715088" sldId="271"/>
            <ac:picMk id="6" creationId="{E7747971-4CAA-93BC-8E00-D35A6A965387}"/>
          </ac:picMkLst>
        </pc:picChg>
        <pc:picChg chg="add mod">
          <ac:chgData name="PRIYANKA MALLIK" userId="aa4a70b0fa68d4fd" providerId="LiveId" clId="{0AA059F0-374B-4CB9-9F9B-817340B6B655}" dt="2026-01-31T04:36:19.246" v="1691" actId="1076"/>
          <ac:picMkLst>
            <pc:docMk/>
            <pc:sldMk cId="2854715088" sldId="271"/>
            <ac:picMk id="8" creationId="{88BA460E-54A3-5C7E-5EC4-229912E25906}"/>
          </ac:picMkLst>
        </pc:picChg>
        <pc:picChg chg="add mod">
          <ac:chgData name="PRIYANKA MALLIK" userId="aa4a70b0fa68d4fd" providerId="LiveId" clId="{0AA059F0-374B-4CB9-9F9B-817340B6B655}" dt="2026-01-31T04:36:15.255" v="1690" actId="1076"/>
          <ac:picMkLst>
            <pc:docMk/>
            <pc:sldMk cId="2854715088" sldId="271"/>
            <ac:picMk id="10" creationId="{87ACD874-454B-8359-AA61-2B26AC835D1B}"/>
          </ac:picMkLst>
        </pc:picChg>
      </pc:sldChg>
      <pc:sldChg chg="delSp modSp mod">
        <pc:chgData name="PRIYANKA MALLIK" userId="aa4a70b0fa68d4fd" providerId="LiveId" clId="{0AA059F0-374B-4CB9-9F9B-817340B6B655}" dt="2026-01-31T03:46:20.603" v="1593" actId="20577"/>
        <pc:sldMkLst>
          <pc:docMk/>
          <pc:sldMk cId="3422624839" sldId="272"/>
        </pc:sldMkLst>
        <pc:spChg chg="del">
          <ac:chgData name="PRIYANKA MALLIK" userId="aa4a70b0fa68d4fd" providerId="LiveId" clId="{0AA059F0-374B-4CB9-9F9B-817340B6B655}" dt="2026-01-31T02:33:21.938" v="784" actId="21"/>
          <ac:spMkLst>
            <pc:docMk/>
            <pc:sldMk cId="3422624839" sldId="272"/>
            <ac:spMk id="2" creationId="{6D3F5FE6-8909-75EB-16D4-5D954CD4637A}"/>
          </ac:spMkLst>
        </pc:spChg>
        <pc:spChg chg="mod">
          <ac:chgData name="PRIYANKA MALLIK" userId="aa4a70b0fa68d4fd" providerId="LiveId" clId="{0AA059F0-374B-4CB9-9F9B-817340B6B655}" dt="2026-01-31T03:46:20.603" v="1593" actId="20577"/>
          <ac:spMkLst>
            <pc:docMk/>
            <pc:sldMk cId="3422624839" sldId="272"/>
            <ac:spMk id="3" creationId="{35D913DF-B581-37B8-FF90-82F3987A82B4}"/>
          </ac:spMkLst>
        </pc:spChg>
      </pc:sldChg>
      <pc:sldChg chg="del">
        <pc:chgData name="PRIYANKA MALLIK" userId="aa4a70b0fa68d4fd" providerId="LiveId" clId="{0AA059F0-374B-4CB9-9F9B-817340B6B655}" dt="2026-01-31T05:02:14.814" v="2090" actId="2696"/>
        <pc:sldMkLst>
          <pc:docMk/>
          <pc:sldMk cId="2092838405" sldId="273"/>
        </pc:sldMkLst>
      </pc:sldChg>
      <pc:sldChg chg="delSp modSp mod">
        <pc:chgData name="PRIYANKA MALLIK" userId="aa4a70b0fa68d4fd" providerId="LiveId" clId="{0AA059F0-374B-4CB9-9F9B-817340B6B655}" dt="2026-01-31T04:37:27.832" v="1719" actId="20577"/>
        <pc:sldMkLst>
          <pc:docMk/>
          <pc:sldMk cId="4240034481" sldId="274"/>
        </pc:sldMkLst>
        <pc:spChg chg="del">
          <ac:chgData name="PRIYANKA MALLIK" userId="aa4a70b0fa68d4fd" providerId="LiveId" clId="{0AA059F0-374B-4CB9-9F9B-817340B6B655}" dt="2026-01-31T04:36:46.071" v="1692" actId="21"/>
          <ac:spMkLst>
            <pc:docMk/>
            <pc:sldMk cId="4240034481" sldId="274"/>
            <ac:spMk id="2" creationId="{C42D792E-8DA5-18FC-33E2-BBA376AD8089}"/>
          </ac:spMkLst>
        </pc:spChg>
        <pc:spChg chg="mod">
          <ac:chgData name="PRIYANKA MALLIK" userId="aa4a70b0fa68d4fd" providerId="LiveId" clId="{0AA059F0-374B-4CB9-9F9B-817340B6B655}" dt="2026-01-31T04:37:27.832" v="1719" actId="20577"/>
          <ac:spMkLst>
            <pc:docMk/>
            <pc:sldMk cId="4240034481" sldId="274"/>
            <ac:spMk id="3" creationId="{4A1B3921-C6C8-FF64-5A79-BC59890528EC}"/>
          </ac:spMkLst>
        </pc:spChg>
      </pc:sldChg>
      <pc:sldChg chg="delSp modSp mod">
        <pc:chgData name="PRIYANKA MALLIK" userId="aa4a70b0fa68d4fd" providerId="LiveId" clId="{0AA059F0-374B-4CB9-9F9B-817340B6B655}" dt="2026-01-31T02:18:41.085" v="758" actId="21"/>
        <pc:sldMkLst>
          <pc:docMk/>
          <pc:sldMk cId="2215393980" sldId="275"/>
        </pc:sldMkLst>
        <pc:spChg chg="mod">
          <ac:chgData name="PRIYANKA MALLIK" userId="aa4a70b0fa68d4fd" providerId="LiveId" clId="{0AA059F0-374B-4CB9-9F9B-817340B6B655}" dt="2026-01-31T02:18:29.450" v="757" actId="20577"/>
          <ac:spMkLst>
            <pc:docMk/>
            <pc:sldMk cId="2215393980" sldId="275"/>
            <ac:spMk id="2" creationId="{7779B336-F7FF-8FB8-B65F-D097E8A9CA72}"/>
          </ac:spMkLst>
        </pc:spChg>
        <pc:spChg chg="del">
          <ac:chgData name="PRIYANKA MALLIK" userId="aa4a70b0fa68d4fd" providerId="LiveId" clId="{0AA059F0-374B-4CB9-9F9B-817340B6B655}" dt="2026-01-31T02:18:41.085" v="758" actId="21"/>
          <ac:spMkLst>
            <pc:docMk/>
            <pc:sldMk cId="2215393980" sldId="275"/>
            <ac:spMk id="3" creationId="{E2E1A516-5C0A-A247-4C67-C907B76309D5}"/>
          </ac:spMkLst>
        </pc:spChg>
      </pc:sldChg>
      <pc:sldChg chg="modSp mod">
        <pc:chgData name="PRIYANKA MALLIK" userId="aa4a70b0fa68d4fd" providerId="LiveId" clId="{0AA059F0-374B-4CB9-9F9B-817340B6B655}" dt="2026-01-31T02:19:24.913" v="761" actId="20577"/>
        <pc:sldMkLst>
          <pc:docMk/>
          <pc:sldMk cId="824216417" sldId="276"/>
        </pc:sldMkLst>
        <pc:spChg chg="mod">
          <ac:chgData name="PRIYANKA MALLIK" userId="aa4a70b0fa68d4fd" providerId="LiveId" clId="{0AA059F0-374B-4CB9-9F9B-817340B6B655}" dt="2026-01-31T02:19:24.913" v="761" actId="20577"/>
          <ac:spMkLst>
            <pc:docMk/>
            <pc:sldMk cId="824216417" sldId="276"/>
            <ac:spMk id="5" creationId="{EB5C44CB-BBB4-3D12-C0D6-C2E622528D79}"/>
          </ac:spMkLst>
        </pc:spChg>
      </pc:sldChg>
      <pc:sldChg chg="addSp delSp modSp mod ord">
        <pc:chgData name="PRIYANKA MALLIK" userId="aa4a70b0fa68d4fd" providerId="LiveId" clId="{0AA059F0-374B-4CB9-9F9B-817340B6B655}" dt="2026-01-31T05:03:49.908" v="2105"/>
        <pc:sldMkLst>
          <pc:docMk/>
          <pc:sldMk cId="2441575889" sldId="277"/>
        </pc:sldMkLst>
        <pc:spChg chg="del">
          <ac:chgData name="PRIYANKA MALLIK" userId="aa4a70b0fa68d4fd" providerId="LiveId" clId="{0AA059F0-374B-4CB9-9F9B-817340B6B655}" dt="2026-01-31T04:49:17.134" v="2071" actId="21"/>
          <ac:spMkLst>
            <pc:docMk/>
            <pc:sldMk cId="2441575889" sldId="277"/>
            <ac:spMk id="2" creationId="{CB5B0033-5162-3238-72E3-01A339A1C61C}"/>
          </ac:spMkLst>
        </pc:spChg>
        <pc:spChg chg="mod">
          <ac:chgData name="PRIYANKA MALLIK" userId="aa4a70b0fa68d4fd" providerId="LiveId" clId="{0AA059F0-374B-4CB9-9F9B-817340B6B655}" dt="2026-01-31T04:49:30.850" v="2073" actId="14100"/>
          <ac:spMkLst>
            <pc:docMk/>
            <pc:sldMk cId="2441575889" sldId="277"/>
            <ac:spMk id="3" creationId="{DDA400C5-FFC9-DCF7-190A-50AF090C5504}"/>
          </ac:spMkLst>
        </pc:spChg>
        <pc:picChg chg="add mod">
          <ac:chgData name="PRIYANKA MALLIK" userId="aa4a70b0fa68d4fd" providerId="LiveId" clId="{0AA059F0-374B-4CB9-9F9B-817340B6B655}" dt="2026-01-31T04:51:22.621" v="2074" actId="931"/>
          <ac:picMkLst>
            <pc:docMk/>
            <pc:sldMk cId="2441575889" sldId="277"/>
            <ac:picMk id="5" creationId="{92686085-98D9-3048-BE68-33DD87AAF0CB}"/>
          </ac:picMkLst>
        </pc:picChg>
      </pc:sldChg>
      <pc:sldChg chg="modSp mod">
        <pc:chgData name="PRIYANKA MALLIK" userId="aa4a70b0fa68d4fd" providerId="LiveId" clId="{0AA059F0-374B-4CB9-9F9B-817340B6B655}" dt="2026-01-31T02:20:02.704" v="765" actId="20577"/>
        <pc:sldMkLst>
          <pc:docMk/>
          <pc:sldMk cId="3426649871" sldId="279"/>
        </pc:sldMkLst>
        <pc:spChg chg="mod">
          <ac:chgData name="PRIYANKA MALLIK" userId="aa4a70b0fa68d4fd" providerId="LiveId" clId="{0AA059F0-374B-4CB9-9F9B-817340B6B655}" dt="2026-01-31T02:20:02.704" v="765" actId="20577"/>
          <ac:spMkLst>
            <pc:docMk/>
            <pc:sldMk cId="3426649871" sldId="279"/>
            <ac:spMk id="4" creationId="{6FB8F3FB-44C2-4E7B-509A-CB39090E4798}"/>
          </ac:spMkLst>
        </pc:spChg>
      </pc:sldChg>
      <pc:sldChg chg="del">
        <pc:chgData name="PRIYANKA MALLIK" userId="aa4a70b0fa68d4fd" providerId="LiveId" clId="{0AA059F0-374B-4CB9-9F9B-817340B6B655}" dt="2026-01-31T05:00:53.630" v="2080" actId="2696"/>
        <pc:sldMkLst>
          <pc:docMk/>
          <pc:sldMk cId="315208097" sldId="280"/>
        </pc:sldMkLst>
      </pc:sldChg>
      <pc:sldChg chg="modSp mod">
        <pc:chgData name="PRIYANKA MALLIK" userId="aa4a70b0fa68d4fd" providerId="LiveId" clId="{0AA059F0-374B-4CB9-9F9B-817340B6B655}" dt="2026-01-31T02:21:54.936" v="774" actId="20577"/>
        <pc:sldMkLst>
          <pc:docMk/>
          <pc:sldMk cId="1991594422" sldId="282"/>
        </pc:sldMkLst>
        <pc:spChg chg="mod">
          <ac:chgData name="PRIYANKA MALLIK" userId="aa4a70b0fa68d4fd" providerId="LiveId" clId="{0AA059F0-374B-4CB9-9F9B-817340B6B655}" dt="2026-01-31T02:21:54.936" v="774" actId="20577"/>
          <ac:spMkLst>
            <pc:docMk/>
            <pc:sldMk cId="1991594422" sldId="282"/>
            <ac:spMk id="4" creationId="{EFB5E56D-DBF9-F58E-C2F5-FFF1B46D48E9}"/>
          </ac:spMkLst>
        </pc:spChg>
      </pc:sldChg>
      <pc:sldChg chg="del">
        <pc:chgData name="PRIYANKA MALLIK" userId="aa4a70b0fa68d4fd" providerId="LiveId" clId="{0AA059F0-374B-4CB9-9F9B-817340B6B655}" dt="2026-01-31T05:00:58.716" v="2081" actId="2696"/>
        <pc:sldMkLst>
          <pc:docMk/>
          <pc:sldMk cId="2315853409" sldId="283"/>
        </pc:sldMkLst>
      </pc:sldChg>
      <pc:sldChg chg="modSp mod">
        <pc:chgData name="PRIYANKA MALLIK" userId="aa4a70b0fa68d4fd" providerId="LiveId" clId="{0AA059F0-374B-4CB9-9F9B-817340B6B655}" dt="2026-01-31T02:22:08.414" v="775" actId="20577"/>
        <pc:sldMkLst>
          <pc:docMk/>
          <pc:sldMk cId="2614757098" sldId="285"/>
        </pc:sldMkLst>
        <pc:spChg chg="mod">
          <ac:chgData name="PRIYANKA MALLIK" userId="aa4a70b0fa68d4fd" providerId="LiveId" clId="{0AA059F0-374B-4CB9-9F9B-817340B6B655}" dt="2026-01-31T02:22:08.414" v="775" actId="20577"/>
          <ac:spMkLst>
            <pc:docMk/>
            <pc:sldMk cId="2614757098" sldId="285"/>
            <ac:spMk id="3" creationId="{794F584A-0C42-6CDC-5A51-EC20B3B91CF7}"/>
          </ac:spMkLst>
        </pc:spChg>
      </pc:sldChg>
      <pc:sldChg chg="del">
        <pc:chgData name="PRIYANKA MALLIK" userId="aa4a70b0fa68d4fd" providerId="LiveId" clId="{0AA059F0-374B-4CB9-9F9B-817340B6B655}" dt="2026-01-31T05:01:06.366" v="2082" actId="2696"/>
        <pc:sldMkLst>
          <pc:docMk/>
          <pc:sldMk cId="3995795895" sldId="286"/>
        </pc:sldMkLst>
      </pc:sldChg>
      <pc:sldChg chg="delSp modSp mod">
        <pc:chgData name="PRIYANKA MALLIK" userId="aa4a70b0fa68d4fd" providerId="LiveId" clId="{0AA059F0-374B-4CB9-9F9B-817340B6B655}" dt="2026-01-30T16:12:00.865" v="46" actId="20577"/>
        <pc:sldMkLst>
          <pc:docMk/>
          <pc:sldMk cId="3963193075" sldId="287"/>
        </pc:sldMkLst>
        <pc:spChg chg="del">
          <ac:chgData name="PRIYANKA MALLIK" userId="aa4a70b0fa68d4fd" providerId="LiveId" clId="{0AA059F0-374B-4CB9-9F9B-817340B6B655}" dt="2026-01-30T16:10:52.690" v="30" actId="21"/>
          <ac:spMkLst>
            <pc:docMk/>
            <pc:sldMk cId="3963193075" sldId="287"/>
            <ac:spMk id="2" creationId="{114A61EC-BFC0-3651-E6D5-5CAA85ECE4EA}"/>
          </ac:spMkLst>
        </pc:spChg>
        <pc:spChg chg="mod">
          <ac:chgData name="PRIYANKA MALLIK" userId="aa4a70b0fa68d4fd" providerId="LiveId" clId="{0AA059F0-374B-4CB9-9F9B-817340B6B655}" dt="2026-01-30T16:12:00.865" v="46" actId="20577"/>
          <ac:spMkLst>
            <pc:docMk/>
            <pc:sldMk cId="3963193075" sldId="287"/>
            <ac:spMk id="3" creationId="{B8ADC348-0C1D-3DC3-53C6-BF977C9B9C32}"/>
          </ac:spMkLst>
        </pc:spChg>
      </pc:sldChg>
      <pc:sldChg chg="delSp modSp mod">
        <pc:chgData name="PRIYANKA MALLIK" userId="aa4a70b0fa68d4fd" providerId="LiveId" clId="{0AA059F0-374B-4CB9-9F9B-817340B6B655}" dt="2026-01-31T02:21:43.451" v="773" actId="113"/>
        <pc:sldMkLst>
          <pc:docMk/>
          <pc:sldMk cId="2635758812" sldId="288"/>
        </pc:sldMkLst>
        <pc:spChg chg="del">
          <ac:chgData name="PRIYANKA MALLIK" userId="aa4a70b0fa68d4fd" providerId="LiveId" clId="{0AA059F0-374B-4CB9-9F9B-817340B6B655}" dt="2026-01-30T16:12:35.013" v="47" actId="21"/>
          <ac:spMkLst>
            <pc:docMk/>
            <pc:sldMk cId="2635758812" sldId="288"/>
            <ac:spMk id="2" creationId="{B1176859-2571-26C4-C825-CA6DF1138E25}"/>
          </ac:spMkLst>
        </pc:spChg>
        <pc:spChg chg="mod">
          <ac:chgData name="PRIYANKA MALLIK" userId="aa4a70b0fa68d4fd" providerId="LiveId" clId="{0AA059F0-374B-4CB9-9F9B-817340B6B655}" dt="2026-01-31T02:21:43.451" v="773" actId="113"/>
          <ac:spMkLst>
            <pc:docMk/>
            <pc:sldMk cId="2635758812" sldId="288"/>
            <ac:spMk id="3" creationId="{50D8D305-6E66-5645-3E8C-3360B29205CC}"/>
          </ac:spMkLst>
        </pc:spChg>
      </pc:sldChg>
      <pc:sldChg chg="del">
        <pc:chgData name="PRIYANKA MALLIK" userId="aa4a70b0fa68d4fd" providerId="LiveId" clId="{0AA059F0-374B-4CB9-9F9B-817340B6B655}" dt="2026-01-31T05:01:14.197" v="2083" actId="2696"/>
        <pc:sldMkLst>
          <pc:docMk/>
          <pc:sldMk cId="494241941" sldId="289"/>
        </pc:sldMkLst>
      </pc:sldChg>
      <pc:sldChg chg="delSp modSp mod">
        <pc:chgData name="PRIYANKA MALLIK" userId="aa4a70b0fa68d4fd" providerId="LiveId" clId="{0AA059F0-374B-4CB9-9F9B-817340B6B655}" dt="2026-01-30T16:27:14.555" v="96" actId="20577"/>
        <pc:sldMkLst>
          <pc:docMk/>
          <pc:sldMk cId="2668593517" sldId="290"/>
        </pc:sldMkLst>
        <pc:spChg chg="del">
          <ac:chgData name="PRIYANKA MALLIK" userId="aa4a70b0fa68d4fd" providerId="LiveId" clId="{0AA059F0-374B-4CB9-9F9B-817340B6B655}" dt="2026-01-30T16:26:37.825" v="67" actId="21"/>
          <ac:spMkLst>
            <pc:docMk/>
            <pc:sldMk cId="2668593517" sldId="290"/>
            <ac:spMk id="2" creationId="{CBBF2E59-189A-8E9F-A47B-24BCC39E5B54}"/>
          </ac:spMkLst>
        </pc:spChg>
        <pc:spChg chg="mod">
          <ac:chgData name="PRIYANKA MALLIK" userId="aa4a70b0fa68d4fd" providerId="LiveId" clId="{0AA059F0-374B-4CB9-9F9B-817340B6B655}" dt="2026-01-30T16:27:14.555" v="96" actId="20577"/>
          <ac:spMkLst>
            <pc:docMk/>
            <pc:sldMk cId="2668593517" sldId="290"/>
            <ac:spMk id="3" creationId="{2B2355B5-73BD-29E4-CE49-523CDECEB0F4}"/>
          </ac:spMkLst>
        </pc:spChg>
      </pc:sldChg>
      <pc:sldChg chg="delSp modSp mod">
        <pc:chgData name="PRIYANKA MALLIK" userId="aa4a70b0fa68d4fd" providerId="LiveId" clId="{0AA059F0-374B-4CB9-9F9B-817340B6B655}" dt="2026-01-31T02:22:46.237" v="778" actId="20577"/>
        <pc:sldMkLst>
          <pc:docMk/>
          <pc:sldMk cId="1392761701" sldId="291"/>
        </pc:sldMkLst>
        <pc:spChg chg="del">
          <ac:chgData name="PRIYANKA MALLIK" userId="aa4a70b0fa68d4fd" providerId="LiveId" clId="{0AA059F0-374B-4CB9-9F9B-817340B6B655}" dt="2026-01-30T16:27:50.104" v="97" actId="21"/>
          <ac:spMkLst>
            <pc:docMk/>
            <pc:sldMk cId="1392761701" sldId="291"/>
            <ac:spMk id="2" creationId="{F8E4169D-B26E-2CD1-4A60-4FA1C71EF152}"/>
          </ac:spMkLst>
        </pc:spChg>
        <pc:spChg chg="mod">
          <ac:chgData name="PRIYANKA MALLIK" userId="aa4a70b0fa68d4fd" providerId="LiveId" clId="{0AA059F0-374B-4CB9-9F9B-817340B6B655}" dt="2026-01-31T02:22:46.237" v="778" actId="20577"/>
          <ac:spMkLst>
            <pc:docMk/>
            <pc:sldMk cId="1392761701" sldId="291"/>
            <ac:spMk id="3" creationId="{0963D862-0726-764A-F1BA-4B1178D24330}"/>
          </ac:spMkLst>
        </pc:spChg>
      </pc:sldChg>
      <pc:sldChg chg="del">
        <pc:chgData name="PRIYANKA MALLIK" userId="aa4a70b0fa68d4fd" providerId="LiveId" clId="{0AA059F0-374B-4CB9-9F9B-817340B6B655}" dt="2026-01-31T05:01:21.114" v="2084" actId="2696"/>
        <pc:sldMkLst>
          <pc:docMk/>
          <pc:sldMk cId="3636485441" sldId="292"/>
        </pc:sldMkLst>
      </pc:sldChg>
      <pc:sldChg chg="delSp modSp mod">
        <pc:chgData name="PRIYANKA MALLIK" userId="aa4a70b0fa68d4fd" providerId="LiveId" clId="{0AA059F0-374B-4CB9-9F9B-817340B6B655}" dt="2026-01-30T17:55:31.754" v="134" actId="20577"/>
        <pc:sldMkLst>
          <pc:docMk/>
          <pc:sldMk cId="1705879491" sldId="293"/>
        </pc:sldMkLst>
        <pc:spChg chg="del">
          <ac:chgData name="PRIYANKA MALLIK" userId="aa4a70b0fa68d4fd" providerId="LiveId" clId="{0AA059F0-374B-4CB9-9F9B-817340B6B655}" dt="2026-01-30T17:54:53.552" v="104" actId="21"/>
          <ac:spMkLst>
            <pc:docMk/>
            <pc:sldMk cId="1705879491" sldId="293"/>
            <ac:spMk id="2" creationId="{06CC4674-06C0-476A-BF34-610877C72C79}"/>
          </ac:spMkLst>
        </pc:spChg>
        <pc:spChg chg="mod">
          <ac:chgData name="PRIYANKA MALLIK" userId="aa4a70b0fa68d4fd" providerId="LiveId" clId="{0AA059F0-374B-4CB9-9F9B-817340B6B655}" dt="2026-01-30T17:55:31.754" v="134" actId="20577"/>
          <ac:spMkLst>
            <pc:docMk/>
            <pc:sldMk cId="1705879491" sldId="293"/>
            <ac:spMk id="3" creationId="{17A22DAC-F0E9-987A-C07F-CE946E90FC43}"/>
          </ac:spMkLst>
        </pc:spChg>
      </pc:sldChg>
      <pc:sldChg chg="addSp delSp modSp mod">
        <pc:chgData name="PRIYANKA MALLIK" userId="aa4a70b0fa68d4fd" providerId="LiveId" clId="{0AA059F0-374B-4CB9-9F9B-817340B6B655}" dt="2026-01-31T02:23:01.920" v="779" actId="113"/>
        <pc:sldMkLst>
          <pc:docMk/>
          <pc:sldMk cId="501060735" sldId="294"/>
        </pc:sldMkLst>
        <pc:spChg chg="del">
          <ac:chgData name="PRIYANKA MALLIK" userId="aa4a70b0fa68d4fd" providerId="LiveId" clId="{0AA059F0-374B-4CB9-9F9B-817340B6B655}" dt="2026-01-30T17:55:44.675" v="135" actId="21"/>
          <ac:spMkLst>
            <pc:docMk/>
            <pc:sldMk cId="501060735" sldId="294"/>
            <ac:spMk id="2" creationId="{3CF3A71B-952F-E64F-F784-A12868697CF6}"/>
          </ac:spMkLst>
        </pc:spChg>
        <pc:spChg chg="mod">
          <ac:chgData name="PRIYANKA MALLIK" userId="aa4a70b0fa68d4fd" providerId="LiveId" clId="{0AA059F0-374B-4CB9-9F9B-817340B6B655}" dt="2026-01-31T02:23:01.920" v="779" actId="113"/>
          <ac:spMkLst>
            <pc:docMk/>
            <pc:sldMk cId="501060735" sldId="294"/>
            <ac:spMk id="3" creationId="{B202043E-A65E-C663-56ED-DB3A94AE05D6}"/>
          </ac:spMkLst>
        </pc:spChg>
        <pc:picChg chg="add mod">
          <ac:chgData name="PRIYANKA MALLIK" userId="aa4a70b0fa68d4fd" providerId="LiveId" clId="{0AA059F0-374B-4CB9-9F9B-817340B6B655}" dt="2026-01-30T18:27:55.097" v="192" actId="1076"/>
          <ac:picMkLst>
            <pc:docMk/>
            <pc:sldMk cId="501060735" sldId="294"/>
            <ac:picMk id="5" creationId="{2B40BE55-FEAB-4EF8-F463-E5C4EF02ADED}"/>
          </ac:picMkLst>
        </pc:picChg>
        <pc:picChg chg="add mod">
          <ac:chgData name="PRIYANKA MALLIK" userId="aa4a70b0fa68d4fd" providerId="LiveId" clId="{0AA059F0-374B-4CB9-9F9B-817340B6B655}" dt="2026-01-30T18:28:36.940" v="197" actId="14100"/>
          <ac:picMkLst>
            <pc:docMk/>
            <pc:sldMk cId="501060735" sldId="294"/>
            <ac:picMk id="7" creationId="{8CB2E799-A338-758D-46D6-E7F40943E59A}"/>
          </ac:picMkLst>
        </pc:picChg>
        <pc:picChg chg="add mod">
          <ac:chgData name="PRIYANKA MALLIK" userId="aa4a70b0fa68d4fd" providerId="LiveId" clId="{0AA059F0-374B-4CB9-9F9B-817340B6B655}" dt="2026-01-30T18:29:23.217" v="202" actId="1076"/>
          <ac:picMkLst>
            <pc:docMk/>
            <pc:sldMk cId="501060735" sldId="294"/>
            <ac:picMk id="9" creationId="{0FBE074B-7E64-8A2B-250D-29047057EA68}"/>
          </ac:picMkLst>
        </pc:picChg>
        <pc:picChg chg="add mod">
          <ac:chgData name="PRIYANKA MALLIK" userId="aa4a70b0fa68d4fd" providerId="LiveId" clId="{0AA059F0-374B-4CB9-9F9B-817340B6B655}" dt="2026-01-30T18:29:48.237" v="205" actId="1076"/>
          <ac:picMkLst>
            <pc:docMk/>
            <pc:sldMk cId="501060735" sldId="294"/>
            <ac:picMk id="11" creationId="{37AD4DCD-8381-5491-EC64-C48C7BF2CE62}"/>
          </ac:picMkLst>
        </pc:picChg>
      </pc:sldChg>
      <pc:sldChg chg="del">
        <pc:chgData name="PRIYANKA MALLIK" userId="aa4a70b0fa68d4fd" providerId="LiveId" clId="{0AA059F0-374B-4CB9-9F9B-817340B6B655}" dt="2026-01-31T05:01:31.317" v="2085" actId="2696"/>
        <pc:sldMkLst>
          <pc:docMk/>
          <pc:sldMk cId="933672232" sldId="295"/>
        </pc:sldMkLst>
      </pc:sldChg>
      <pc:sldChg chg="addSp delSp modSp mod">
        <pc:chgData name="PRIYANKA MALLIK" userId="aa4a70b0fa68d4fd" providerId="LiveId" clId="{0AA059F0-374B-4CB9-9F9B-817340B6B655}" dt="2026-01-30T18:34:51.083" v="525" actId="20577"/>
        <pc:sldMkLst>
          <pc:docMk/>
          <pc:sldMk cId="228711202" sldId="296"/>
        </pc:sldMkLst>
        <pc:spChg chg="del">
          <ac:chgData name="PRIYANKA MALLIK" userId="aa4a70b0fa68d4fd" providerId="LiveId" clId="{0AA059F0-374B-4CB9-9F9B-817340B6B655}" dt="2026-01-30T18:33:33.316" v="478" actId="21"/>
          <ac:spMkLst>
            <pc:docMk/>
            <pc:sldMk cId="228711202" sldId="296"/>
            <ac:spMk id="2" creationId="{698BBC29-1191-E858-2CA2-BBE5FA3F863B}"/>
          </ac:spMkLst>
        </pc:spChg>
        <pc:spChg chg="add del mod">
          <ac:chgData name="PRIYANKA MALLIK" userId="aa4a70b0fa68d4fd" providerId="LiveId" clId="{0AA059F0-374B-4CB9-9F9B-817340B6B655}" dt="2026-01-30T18:34:51.083" v="525" actId="20577"/>
          <ac:spMkLst>
            <pc:docMk/>
            <pc:sldMk cId="228711202" sldId="296"/>
            <ac:spMk id="3" creationId="{F6382A6F-039A-5147-4218-03236EEB6D22}"/>
          </ac:spMkLst>
        </pc:spChg>
      </pc:sldChg>
      <pc:sldChg chg="delSp modSp mod">
        <pc:chgData name="PRIYANKA MALLIK" userId="aa4a70b0fa68d4fd" providerId="LiveId" clId="{0AA059F0-374B-4CB9-9F9B-817340B6B655}" dt="2026-01-31T02:23:39.172" v="781" actId="20577"/>
        <pc:sldMkLst>
          <pc:docMk/>
          <pc:sldMk cId="433788344" sldId="297"/>
        </pc:sldMkLst>
        <pc:spChg chg="del">
          <ac:chgData name="PRIYANKA MALLIK" userId="aa4a70b0fa68d4fd" providerId="LiveId" clId="{0AA059F0-374B-4CB9-9F9B-817340B6B655}" dt="2026-01-30T17:56:22.392" v="139" actId="21"/>
          <ac:spMkLst>
            <pc:docMk/>
            <pc:sldMk cId="433788344" sldId="297"/>
            <ac:spMk id="2" creationId="{B2EDD30D-D70D-6845-1F6B-59C773EB9F1E}"/>
          </ac:spMkLst>
        </pc:spChg>
        <pc:spChg chg="mod">
          <ac:chgData name="PRIYANKA MALLIK" userId="aa4a70b0fa68d4fd" providerId="LiveId" clId="{0AA059F0-374B-4CB9-9F9B-817340B6B655}" dt="2026-01-31T02:23:39.172" v="781" actId="20577"/>
          <ac:spMkLst>
            <pc:docMk/>
            <pc:sldMk cId="433788344" sldId="297"/>
            <ac:spMk id="3" creationId="{FA6356FF-7C45-A94D-7269-97BE62382BBD}"/>
          </ac:spMkLst>
        </pc:spChg>
      </pc:sldChg>
      <pc:sldChg chg="del">
        <pc:chgData name="PRIYANKA MALLIK" userId="aa4a70b0fa68d4fd" providerId="LiveId" clId="{0AA059F0-374B-4CB9-9F9B-817340B6B655}" dt="2026-01-31T05:01:39.651" v="2086" actId="2696"/>
        <pc:sldMkLst>
          <pc:docMk/>
          <pc:sldMk cId="341943997" sldId="298"/>
        </pc:sldMkLst>
      </pc:sldChg>
      <pc:sldChg chg="delSp modSp mod">
        <pc:chgData name="PRIYANKA MALLIK" userId="aa4a70b0fa68d4fd" providerId="LiveId" clId="{0AA059F0-374B-4CB9-9F9B-817340B6B655}" dt="2026-01-30T18:20:17.646" v="183" actId="20577"/>
        <pc:sldMkLst>
          <pc:docMk/>
          <pc:sldMk cId="2035963455" sldId="299"/>
        </pc:sldMkLst>
        <pc:spChg chg="del">
          <ac:chgData name="PRIYANKA MALLIK" userId="aa4a70b0fa68d4fd" providerId="LiveId" clId="{0AA059F0-374B-4CB9-9F9B-817340B6B655}" dt="2026-01-30T18:19:20.980" v="145" actId="21"/>
          <ac:spMkLst>
            <pc:docMk/>
            <pc:sldMk cId="2035963455" sldId="299"/>
            <ac:spMk id="2" creationId="{02A7D20B-0E43-379B-6200-831EE7C597B3}"/>
          </ac:spMkLst>
        </pc:spChg>
        <pc:spChg chg="mod">
          <ac:chgData name="PRIYANKA MALLIK" userId="aa4a70b0fa68d4fd" providerId="LiveId" clId="{0AA059F0-374B-4CB9-9F9B-817340B6B655}" dt="2026-01-30T18:20:17.646" v="183" actId="20577"/>
          <ac:spMkLst>
            <pc:docMk/>
            <pc:sldMk cId="2035963455" sldId="299"/>
            <ac:spMk id="3" creationId="{078E537F-24F0-2541-A80F-C0E04451B784}"/>
          </ac:spMkLst>
        </pc:spChg>
      </pc:sldChg>
      <pc:sldChg chg="addSp delSp modSp mod">
        <pc:chgData name="PRIYANKA MALLIK" userId="aa4a70b0fa68d4fd" providerId="LiveId" clId="{0AA059F0-374B-4CB9-9F9B-817340B6B655}" dt="2026-01-31T02:23:58.439" v="782" actId="113"/>
        <pc:sldMkLst>
          <pc:docMk/>
          <pc:sldMk cId="1229679761" sldId="300"/>
        </pc:sldMkLst>
        <pc:spChg chg="del">
          <ac:chgData name="PRIYANKA MALLIK" userId="aa4a70b0fa68d4fd" providerId="LiveId" clId="{0AA059F0-374B-4CB9-9F9B-817340B6B655}" dt="2026-01-30T18:20:42.192" v="184" actId="21"/>
          <ac:spMkLst>
            <pc:docMk/>
            <pc:sldMk cId="1229679761" sldId="300"/>
            <ac:spMk id="2" creationId="{4E3AB1AB-5E37-8148-FE3F-7EF07A89B6CD}"/>
          </ac:spMkLst>
        </pc:spChg>
        <pc:spChg chg="mod">
          <ac:chgData name="PRIYANKA MALLIK" userId="aa4a70b0fa68d4fd" providerId="LiveId" clId="{0AA059F0-374B-4CB9-9F9B-817340B6B655}" dt="2026-01-31T02:23:58.439" v="782" actId="113"/>
          <ac:spMkLst>
            <pc:docMk/>
            <pc:sldMk cId="1229679761" sldId="300"/>
            <ac:spMk id="3" creationId="{E0FC000B-8129-4CE8-690C-B272A7865377}"/>
          </ac:spMkLst>
        </pc:spChg>
        <pc:picChg chg="add mod">
          <ac:chgData name="PRIYANKA MALLIK" userId="aa4a70b0fa68d4fd" providerId="LiveId" clId="{0AA059F0-374B-4CB9-9F9B-817340B6B655}" dt="2026-01-30T19:11:31.394" v="727" actId="1076"/>
          <ac:picMkLst>
            <pc:docMk/>
            <pc:sldMk cId="1229679761" sldId="300"/>
            <ac:picMk id="5" creationId="{FE0DBFE7-7B60-6DD2-1E84-92FC43A26EB1}"/>
          </ac:picMkLst>
        </pc:picChg>
      </pc:sldChg>
      <pc:sldChg chg="del">
        <pc:chgData name="PRIYANKA MALLIK" userId="aa4a70b0fa68d4fd" providerId="LiveId" clId="{0AA059F0-374B-4CB9-9F9B-817340B6B655}" dt="2026-01-31T05:01:47.685" v="2087" actId="2696"/>
        <pc:sldMkLst>
          <pc:docMk/>
          <pc:sldMk cId="1912403053" sldId="301"/>
        </pc:sldMkLst>
      </pc:sldChg>
      <pc:sldChg chg="addSp delSp modSp mod">
        <pc:chgData name="PRIYANKA MALLIK" userId="aa4a70b0fa68d4fd" providerId="LiveId" clId="{0AA059F0-374B-4CB9-9F9B-817340B6B655}" dt="2026-01-31T02:24:16.398" v="783" actId="113"/>
        <pc:sldMkLst>
          <pc:docMk/>
          <pc:sldMk cId="3236009590" sldId="302"/>
        </pc:sldMkLst>
        <pc:spChg chg="del">
          <ac:chgData name="PRIYANKA MALLIK" userId="aa4a70b0fa68d4fd" providerId="LiveId" clId="{0AA059F0-374B-4CB9-9F9B-817340B6B655}" dt="2026-01-30T19:07:24.013" v="556" actId="21"/>
          <ac:spMkLst>
            <pc:docMk/>
            <pc:sldMk cId="3236009590" sldId="302"/>
            <ac:spMk id="2" creationId="{BBDA64C3-1DF8-326E-07F4-7A5BEC8BC418}"/>
          </ac:spMkLst>
        </pc:spChg>
        <pc:spChg chg="mod">
          <ac:chgData name="PRIYANKA MALLIK" userId="aa4a70b0fa68d4fd" providerId="LiveId" clId="{0AA059F0-374B-4CB9-9F9B-817340B6B655}" dt="2026-01-31T02:24:16.398" v="783" actId="113"/>
          <ac:spMkLst>
            <pc:docMk/>
            <pc:sldMk cId="3236009590" sldId="302"/>
            <ac:spMk id="3" creationId="{C289A00F-0011-21C7-E5E7-0EAB0EFDC47E}"/>
          </ac:spMkLst>
        </pc:spChg>
        <pc:spChg chg="add del mod">
          <ac:chgData name="PRIYANKA MALLIK" userId="aa4a70b0fa68d4fd" providerId="LiveId" clId="{0AA059F0-374B-4CB9-9F9B-817340B6B655}" dt="2026-01-30T19:07:47.085" v="566" actId="21"/>
          <ac:spMkLst>
            <pc:docMk/>
            <pc:sldMk cId="3236009590" sldId="302"/>
            <ac:spMk id="4" creationId="{BBDA64C3-1DF8-326E-07F4-7A5BEC8BC418}"/>
          </ac:spMkLst>
        </pc:spChg>
        <pc:spChg chg="add mod">
          <ac:chgData name="PRIYANKA MALLIK" userId="aa4a70b0fa68d4fd" providerId="LiveId" clId="{0AA059F0-374B-4CB9-9F9B-817340B6B655}" dt="2026-01-30T19:07:53.623" v="568"/>
          <ac:spMkLst>
            <pc:docMk/>
            <pc:sldMk cId="3236009590" sldId="302"/>
            <ac:spMk id="5" creationId="{BBDA64C3-1DF8-326E-07F4-7A5BEC8BC418}"/>
          </ac:spMkLst>
        </pc:spChg>
      </pc:sldChg>
      <pc:sldChg chg="delSp modSp new mod">
        <pc:chgData name="PRIYANKA MALLIK" userId="aa4a70b0fa68d4fd" providerId="LiveId" clId="{0AA059F0-374B-4CB9-9F9B-817340B6B655}" dt="2026-01-31T03:11:26.420" v="1191" actId="20577"/>
        <pc:sldMkLst>
          <pc:docMk/>
          <pc:sldMk cId="4209823054" sldId="303"/>
        </pc:sldMkLst>
        <pc:spChg chg="del">
          <ac:chgData name="PRIYANKA MALLIK" userId="aa4a70b0fa68d4fd" providerId="LiveId" clId="{0AA059F0-374B-4CB9-9F9B-817340B6B655}" dt="2026-01-31T02:37:28.640" v="803" actId="21"/>
          <ac:spMkLst>
            <pc:docMk/>
            <pc:sldMk cId="4209823054" sldId="303"/>
            <ac:spMk id="2" creationId="{E2AE7FF7-5AEA-5D2F-7F19-3B0D45428C49}"/>
          </ac:spMkLst>
        </pc:spChg>
        <pc:spChg chg="mod">
          <ac:chgData name="PRIYANKA MALLIK" userId="aa4a70b0fa68d4fd" providerId="LiveId" clId="{0AA059F0-374B-4CB9-9F9B-817340B6B655}" dt="2026-01-31T03:11:26.420" v="1191" actId="20577"/>
          <ac:spMkLst>
            <pc:docMk/>
            <pc:sldMk cId="4209823054" sldId="303"/>
            <ac:spMk id="3" creationId="{587213EB-C13E-82CA-68E4-4255C78E09E1}"/>
          </ac:spMkLst>
        </pc:spChg>
      </pc:sldChg>
      <pc:sldChg chg="delSp modSp new mod ord">
        <pc:chgData name="PRIYANKA MALLIK" userId="aa4a70b0fa68d4fd" providerId="LiveId" clId="{0AA059F0-374B-4CB9-9F9B-817340B6B655}" dt="2026-01-31T04:47:41.583" v="2067"/>
        <pc:sldMkLst>
          <pc:docMk/>
          <pc:sldMk cId="148309042" sldId="304"/>
        </pc:sldMkLst>
        <pc:spChg chg="del">
          <ac:chgData name="PRIYANKA MALLIK" userId="aa4a70b0fa68d4fd" providerId="LiveId" clId="{0AA059F0-374B-4CB9-9F9B-817340B6B655}" dt="2026-01-31T04:38:52.905" v="1723" actId="21"/>
          <ac:spMkLst>
            <pc:docMk/>
            <pc:sldMk cId="148309042" sldId="304"/>
            <ac:spMk id="2" creationId="{F5018E56-39F4-7A75-3C36-0261384D75D2}"/>
          </ac:spMkLst>
        </pc:spChg>
        <pc:spChg chg="mod">
          <ac:chgData name="PRIYANKA MALLIK" userId="aa4a70b0fa68d4fd" providerId="LiveId" clId="{0AA059F0-374B-4CB9-9F9B-817340B6B655}" dt="2026-01-31T04:47:30.773" v="2065" actId="20577"/>
          <ac:spMkLst>
            <pc:docMk/>
            <pc:sldMk cId="148309042" sldId="304"/>
            <ac:spMk id="3" creationId="{F9D7B637-DA8A-6171-67A8-3D786C3EF182}"/>
          </ac:spMkLst>
        </pc:spChg>
      </pc:sldChg>
      <pc:sldChg chg="new del">
        <pc:chgData name="PRIYANKA MALLIK" userId="aa4a70b0fa68d4fd" providerId="LiveId" clId="{0AA059F0-374B-4CB9-9F9B-817340B6B655}" dt="2026-01-31T04:38:30.786" v="1721" actId="2696"/>
        <pc:sldMkLst>
          <pc:docMk/>
          <pc:sldMk cId="4282387469" sldId="304"/>
        </pc:sldMkLst>
      </pc:sldChg>
      <pc:sldChg chg="delSp new del mod">
        <pc:chgData name="PRIYANKA MALLIK" userId="aa4a70b0fa68d4fd" providerId="LiveId" clId="{0AA059F0-374B-4CB9-9F9B-817340B6B655}" dt="2026-01-31T04:48:45.065" v="2070" actId="2696"/>
        <pc:sldMkLst>
          <pc:docMk/>
          <pc:sldMk cId="1249689595" sldId="305"/>
        </pc:sldMkLst>
        <pc:spChg chg="del">
          <ac:chgData name="PRIYANKA MALLIK" userId="aa4a70b0fa68d4fd" providerId="LiveId" clId="{0AA059F0-374B-4CB9-9F9B-817340B6B655}" dt="2026-01-31T04:48:39.079" v="2069" actId="21"/>
          <ac:spMkLst>
            <pc:docMk/>
            <pc:sldMk cId="1249689595" sldId="305"/>
            <ac:spMk id="3" creationId="{0CE4AABB-2C39-A005-B553-D9FFA2F11AF0}"/>
          </ac:spMkLst>
        </pc:spChg>
      </pc:sldChg>
      <pc:sldChg chg="add ord">
        <pc:chgData name="PRIYANKA MALLIK" userId="aa4a70b0fa68d4fd" providerId="LiveId" clId="{0AA059F0-374B-4CB9-9F9B-817340B6B655}" dt="2026-01-31T05:05:12.602" v="2109"/>
        <pc:sldMkLst>
          <pc:docMk/>
          <pc:sldMk cId="3948076207" sldId="305"/>
        </pc:sldMkLst>
      </pc:sldChg>
      <pc:sldChg chg="add ord">
        <pc:chgData name="PRIYANKA MALLIK" userId="aa4a70b0fa68d4fd" providerId="LiveId" clId="{0AA059F0-374B-4CB9-9F9B-817340B6B655}" dt="2026-01-31T05:07:14.228" v="2115"/>
        <pc:sldMkLst>
          <pc:docMk/>
          <pc:sldMk cId="637385899" sldId="306"/>
        </pc:sldMkLst>
      </pc:sldChg>
      <pc:sldChg chg="add">
        <pc:chgData name="PRIYANKA MALLIK" userId="aa4a70b0fa68d4fd" providerId="LiveId" clId="{0AA059F0-374B-4CB9-9F9B-817340B6B655}" dt="2026-01-31T04:52:14.981" v="2077" actId="2890"/>
        <pc:sldMkLst>
          <pc:docMk/>
          <pc:sldMk cId="4268491780" sldId="307"/>
        </pc:sldMkLst>
      </pc:sldChg>
      <pc:sldChg chg="add ord">
        <pc:chgData name="PRIYANKA MALLIK" userId="aa4a70b0fa68d4fd" providerId="LiveId" clId="{0AA059F0-374B-4CB9-9F9B-817340B6B655}" dt="2026-01-31T05:08:55.956" v="2121"/>
        <pc:sldMkLst>
          <pc:docMk/>
          <pc:sldMk cId="4030363754" sldId="308"/>
        </pc:sldMkLst>
      </pc:sldChg>
      <pc:sldChg chg="add ord">
        <pc:chgData name="PRIYANKA MALLIK" userId="aa4a70b0fa68d4fd" providerId="LiveId" clId="{0AA059F0-374B-4CB9-9F9B-817340B6B655}" dt="2026-01-31T05:07:47.245" v="2117"/>
        <pc:sldMkLst>
          <pc:docMk/>
          <pc:sldMk cId="2810810768" sldId="309"/>
        </pc:sldMkLst>
      </pc:sldChg>
      <pc:sldChg chg="add ord">
        <pc:chgData name="PRIYANKA MALLIK" userId="aa4a70b0fa68d4fd" providerId="LiveId" clId="{0AA059F0-374B-4CB9-9F9B-817340B6B655}" dt="2026-01-31T05:08:19.289" v="2119"/>
        <pc:sldMkLst>
          <pc:docMk/>
          <pc:sldMk cId="2957192775" sldId="310"/>
        </pc:sldMkLst>
      </pc:sldChg>
      <pc:sldChg chg="add ord">
        <pc:chgData name="PRIYANKA MALLIK" userId="aa4a70b0fa68d4fd" providerId="LiveId" clId="{0AA059F0-374B-4CB9-9F9B-817340B6B655}" dt="2026-01-31T05:09:11.822" v="2123"/>
        <pc:sldMkLst>
          <pc:docMk/>
          <pc:sldMk cId="1074520839" sldId="311"/>
        </pc:sldMkLst>
      </pc:sldChg>
      <pc:sldChg chg="add ord">
        <pc:chgData name="PRIYANKA MALLIK" userId="aa4a70b0fa68d4fd" providerId="LiveId" clId="{0AA059F0-374B-4CB9-9F9B-817340B6B655}" dt="2026-01-31T05:10:36.047" v="2125"/>
        <pc:sldMkLst>
          <pc:docMk/>
          <pc:sldMk cId="437045902" sldId="312"/>
        </pc:sldMkLst>
      </pc:sldChg>
      <pc:sldChg chg="add ord">
        <pc:chgData name="PRIYANKA MALLIK" userId="aa4a70b0fa68d4fd" providerId="LiveId" clId="{0AA059F0-374B-4CB9-9F9B-817340B6B655}" dt="2026-01-31T05:04:31.993" v="2107"/>
        <pc:sldMkLst>
          <pc:docMk/>
          <pc:sldMk cId="2376032227" sldId="313"/>
        </pc:sldMkLst>
      </pc:sldChg>
      <pc:sldChg chg="add ord">
        <pc:chgData name="PRIYANKA MALLIK" userId="aa4a70b0fa68d4fd" providerId="LiveId" clId="{0AA059F0-374B-4CB9-9F9B-817340B6B655}" dt="2026-01-31T05:10:54.784" v="2127"/>
        <pc:sldMkLst>
          <pc:docMk/>
          <pc:sldMk cId="272104135" sldId="314"/>
        </pc:sldMkLst>
      </pc:sldChg>
      <pc:sldChg chg="add ord">
        <pc:chgData name="PRIYANKA MALLIK" userId="aa4a70b0fa68d4fd" providerId="LiveId" clId="{0AA059F0-374B-4CB9-9F9B-817340B6B655}" dt="2026-01-31T05:05:49.040" v="2111"/>
        <pc:sldMkLst>
          <pc:docMk/>
          <pc:sldMk cId="2795386436" sldId="315"/>
        </pc:sldMkLst>
      </pc:sldChg>
      <pc:sldChg chg="add ord">
        <pc:chgData name="PRIYANKA MALLIK" userId="aa4a70b0fa68d4fd" providerId="LiveId" clId="{0AA059F0-374B-4CB9-9F9B-817340B6B655}" dt="2026-01-31T05:06:51.847" v="2113"/>
        <pc:sldMkLst>
          <pc:docMk/>
          <pc:sldMk cId="1848225512" sldId="316"/>
        </pc:sldMkLst>
      </pc:sldChg>
      <pc:sldChg chg="add ord">
        <pc:chgData name="PRIYANKA MALLIK" userId="aa4a70b0fa68d4fd" providerId="LiveId" clId="{0AA059F0-374B-4CB9-9F9B-817340B6B655}" dt="2026-01-31T05:03:31.852" v="2103"/>
        <pc:sldMkLst>
          <pc:docMk/>
          <pc:sldMk cId="592464066" sldId="317"/>
        </pc:sldMkLst>
      </pc:sldChg>
      <pc:sldChg chg="add ord">
        <pc:chgData name="PRIYANKA MALLIK" userId="aa4a70b0fa68d4fd" providerId="LiveId" clId="{0AA059F0-374B-4CB9-9F9B-817340B6B655}" dt="2026-01-31T05:11:16.382" v="2130"/>
        <pc:sldMkLst>
          <pc:docMk/>
          <pc:sldMk cId="910220400" sldId="318"/>
        </pc:sldMkLst>
      </pc:sldChg>
      <pc:sldChg chg="addSp delSp modSp new mod">
        <pc:chgData name="PRIYANKA MALLIK" userId="aa4a70b0fa68d4fd" providerId="LiveId" clId="{0AA059F0-374B-4CB9-9F9B-817340B6B655}" dt="2026-01-31T05:15:00.359" v="2140" actId="1076"/>
        <pc:sldMkLst>
          <pc:docMk/>
          <pc:sldMk cId="2108706464" sldId="319"/>
        </pc:sldMkLst>
        <pc:spChg chg="del">
          <ac:chgData name="PRIYANKA MALLIK" userId="aa4a70b0fa68d4fd" providerId="LiveId" clId="{0AA059F0-374B-4CB9-9F9B-817340B6B655}" dt="2026-01-31T05:13:54.020" v="2132" actId="21"/>
          <ac:spMkLst>
            <pc:docMk/>
            <pc:sldMk cId="2108706464" sldId="319"/>
            <ac:spMk id="2" creationId="{F30C3F52-74B7-CF59-8642-F5EA18040C38}"/>
          </ac:spMkLst>
        </pc:spChg>
        <pc:spChg chg="del">
          <ac:chgData name="PRIYANKA MALLIK" userId="aa4a70b0fa68d4fd" providerId="LiveId" clId="{0AA059F0-374B-4CB9-9F9B-817340B6B655}" dt="2026-01-31T05:14:03.688" v="2133" actId="21"/>
          <ac:spMkLst>
            <pc:docMk/>
            <pc:sldMk cId="2108706464" sldId="319"/>
            <ac:spMk id="3" creationId="{D883B17E-9FDD-4E4D-40DD-F47F58A744A5}"/>
          </ac:spMkLst>
        </pc:spChg>
        <pc:picChg chg="add mod">
          <ac:chgData name="PRIYANKA MALLIK" userId="aa4a70b0fa68d4fd" providerId="LiveId" clId="{0AA059F0-374B-4CB9-9F9B-817340B6B655}" dt="2026-01-31T05:15:00.359" v="2140" actId="1076"/>
          <ac:picMkLst>
            <pc:docMk/>
            <pc:sldMk cId="2108706464" sldId="319"/>
            <ac:picMk id="5" creationId="{079430A3-DD46-D869-D91B-EF121A15E8C0}"/>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DDA51639-B2D6-4652-B8C3-1B4C224A7BAF}" type="datetimeFigureOut">
              <a:rPr lang="en-US" dirty="0"/>
              <a:t>1/31/2026</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FAB73BC-B049-4115-A692-8D63A059BFB8}" type="slidenum">
              <a:rPr lang="en-US" dirty="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2FF5DD9-2C52-442D-92E2-8072C0C3D7CD}" type="datetimeFigureOut">
              <a:rPr lang="en-US" dirty="0"/>
              <a:t>1/31/2026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44961B7-6B89-48AB-966F-622E2788EECC}" type="datetimeFigureOut">
              <a:rPr lang="en-US" dirty="0"/>
              <a:t>1/31/2026</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4FAB73BC-B049-4115-A692-8D63A059BFB8}" type="slidenum">
              <a:rPr lang="en-US" dirty="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D3D6FB-79CC-4683-A046-BBE785BA1BED}" type="datetimeFigureOut">
              <a:rPr lang="en-US" dirty="0"/>
              <a:t>1/31/2026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12B3E8-48F1-4B23-8498-D8A04A81EC9C}" type="datetimeFigureOut">
              <a:rPr lang="en-US" dirty="0"/>
              <a:t>1/31/2026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B90D90-AA62-404D-A741-635B4370F9CB}" type="datetimeFigureOut">
              <a:rPr lang="en-US" dirty="0"/>
              <a:t>1/31/2026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002E4-6836-46D1-9DBB-3C27C0DD3A89}" type="datetimeFigureOut">
              <a:rPr lang="en-US" dirty="0"/>
              <a:t>1/31/2026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CF131DD-A141-4471-BCF9-C6073EDD7E20}" type="datetimeFigureOut">
              <a:rPr lang="en-US" dirty="0"/>
              <a:t>1/31/2026</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AB334A90-EB03-42F3-8859-2C2B2724C058}" type="datetimeFigureOut">
              <a:rPr lang="en-US" dirty="0"/>
              <a:t>1/31/2026</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1A6AA8-A04B-4104-9AE2-BD48D340E27F}" type="datetimeFigureOut">
              <a:rPr lang="en-US" dirty="0"/>
              <a:t>1/31/2026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E0BF79-FAC6-4A96-8DE1-F7B82E2E1652}" type="datetimeFigureOut">
              <a:rPr lang="en-US" dirty="0"/>
              <a:t>1/31/2026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BC48EC7-AF6A-48D3-8284-14BACBEBDD84}" type="datetimeFigureOut">
              <a:rPr lang="en-US" dirty="0"/>
              <a:t>1/31/2026</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svg"/></Relationships>
</file>

<file path=ppt/slides/_rels/slide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eg"/><Relationship Id="rId1" Type="http://schemas.openxmlformats.org/officeDocument/2006/relationships/slideLayout" Target="../slideLayouts/slideLayout1.xml"/><Relationship Id="rId5" Type="http://schemas.openxmlformats.org/officeDocument/2006/relationships/image" Target="../media/image19.jpg"/><Relationship Id="rId4" Type="http://schemas.openxmlformats.org/officeDocument/2006/relationships/image" Target="../media/image18.jpg"/></Relationships>
</file>

<file path=ppt/slides/_rels/slide4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0A036-7239-F3CF-F28F-516E705739B4}"/>
              </a:ext>
            </a:extLst>
          </p:cNvPr>
          <p:cNvSpPr>
            <a:spLocks noGrp="1"/>
          </p:cNvSpPr>
          <p:nvPr>
            <p:ph type="ctrTitle"/>
          </p:nvPr>
        </p:nvSpPr>
        <p:spPr/>
        <p:txBody>
          <a:bodyPr/>
          <a:lstStyle/>
          <a:p>
            <a:r>
              <a:rPr lang="en-US" u="sng" dirty="0"/>
              <a:t>ENTERING TO BASICS</a:t>
            </a:r>
            <a:endParaRPr lang="en-IN" u="sng" dirty="0"/>
          </a:p>
        </p:txBody>
      </p:sp>
      <p:sp>
        <p:nvSpPr>
          <p:cNvPr id="3" name="Subtitle 2">
            <a:extLst>
              <a:ext uri="{FF2B5EF4-FFF2-40B4-BE49-F238E27FC236}">
                <a16:creationId xmlns:a16="http://schemas.microsoft.com/office/drawing/2014/main" id="{C30BE2BD-C5EC-34D9-09CA-5654DE55CA48}"/>
              </a:ext>
            </a:extLst>
          </p:cNvPr>
          <p:cNvSpPr>
            <a:spLocks noGrp="1"/>
          </p:cNvSpPr>
          <p:nvPr>
            <p:ph type="subTitle" idx="1"/>
          </p:nvPr>
        </p:nvSpPr>
        <p:spPr>
          <a:xfrm>
            <a:off x="1559446" y="4683971"/>
            <a:ext cx="9070848" cy="457201"/>
          </a:xfrm>
        </p:spPr>
        <p:txBody>
          <a:bodyPr>
            <a:normAutofit fontScale="92500" lnSpcReduction="20000"/>
          </a:bodyPr>
          <a:lstStyle/>
          <a:p>
            <a:r>
              <a:rPr lang="en-US" b="1" dirty="0"/>
              <a:t>CURATED BY</a:t>
            </a:r>
          </a:p>
          <a:p>
            <a:r>
              <a:rPr lang="en-US" b="1" dirty="0"/>
              <a:t>PRIYANKA MALLIK</a:t>
            </a:r>
            <a:endParaRPr lang="en-IN" b="1" dirty="0"/>
          </a:p>
        </p:txBody>
      </p:sp>
      <p:sp>
        <p:nvSpPr>
          <p:cNvPr id="4" name="Smiley Face 3">
            <a:extLst>
              <a:ext uri="{FF2B5EF4-FFF2-40B4-BE49-F238E27FC236}">
                <a16:creationId xmlns:a16="http://schemas.microsoft.com/office/drawing/2014/main" id="{BFB8E9E6-7282-7194-7CCB-B4D1EBD0917E}"/>
              </a:ext>
            </a:extLst>
          </p:cNvPr>
          <p:cNvSpPr/>
          <p:nvPr/>
        </p:nvSpPr>
        <p:spPr>
          <a:xfrm>
            <a:off x="5855136" y="1411883"/>
            <a:ext cx="479468" cy="452284"/>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3823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9D7B637-DA8A-6171-67A8-3D786C3EF182}"/>
              </a:ext>
            </a:extLst>
          </p:cNvPr>
          <p:cNvSpPr>
            <a:spLocks noGrp="1"/>
          </p:cNvSpPr>
          <p:nvPr>
            <p:ph type="subTitle" idx="1"/>
          </p:nvPr>
        </p:nvSpPr>
        <p:spPr>
          <a:xfrm>
            <a:off x="1560576" y="2064775"/>
            <a:ext cx="9070848" cy="3339960"/>
          </a:xfrm>
        </p:spPr>
        <p:txBody>
          <a:bodyPr/>
          <a:lstStyle/>
          <a:p>
            <a:endParaRPr lang="en-IN" b="1" dirty="0"/>
          </a:p>
          <a:p>
            <a:endParaRPr lang="en-IN" b="1" dirty="0"/>
          </a:p>
          <a:p>
            <a:endParaRPr lang="en-IN" b="1" dirty="0"/>
          </a:p>
          <a:p>
            <a:r>
              <a:rPr lang="en-IN" b="1" dirty="0"/>
              <a:t>RULES</a:t>
            </a:r>
          </a:p>
          <a:p>
            <a:pPr marL="285750" indent="-285750">
              <a:buFont typeface="Wingdings" panose="05000000000000000000" pitchFamily="2" charset="2"/>
              <a:buChar char="§"/>
            </a:pPr>
            <a:r>
              <a:rPr lang="en-IN" b="1" dirty="0"/>
              <a:t>Pounce to answer</a:t>
            </a:r>
          </a:p>
          <a:p>
            <a:pPr marL="285750" indent="-285750">
              <a:buFont typeface="Wingdings" panose="05000000000000000000" pitchFamily="2" charset="2"/>
              <a:buChar char="§"/>
            </a:pPr>
            <a:r>
              <a:rPr lang="en-IN" b="1" dirty="0"/>
              <a:t>Don’t say answer until QM asked you. </a:t>
            </a:r>
          </a:p>
          <a:p>
            <a:pPr marL="285750" indent="-285750">
              <a:buFont typeface="Wingdings" panose="05000000000000000000" pitchFamily="2" charset="2"/>
              <a:buChar char="§"/>
            </a:pPr>
            <a:r>
              <a:rPr lang="en-IN" b="1" dirty="0"/>
              <a:t>Don’t </a:t>
            </a:r>
            <a:r>
              <a:rPr lang="en-IN" b="1" dirty="0" err="1"/>
              <a:t>hesistate</a:t>
            </a:r>
            <a:r>
              <a:rPr lang="en-IN" b="1" dirty="0"/>
              <a:t> to answer if it’s wrong.</a:t>
            </a:r>
          </a:p>
          <a:p>
            <a:pPr marL="285750" indent="-285750">
              <a:buFont typeface="Wingdings" panose="05000000000000000000" pitchFamily="2" charset="2"/>
              <a:buChar char="§"/>
            </a:pPr>
            <a:r>
              <a:rPr lang="en-IN" b="1" dirty="0"/>
              <a:t>If needed, hint will provided.</a:t>
            </a:r>
          </a:p>
          <a:p>
            <a:endParaRPr lang="en-IN" b="1" dirty="0"/>
          </a:p>
        </p:txBody>
      </p:sp>
    </p:spTree>
    <p:extLst>
      <p:ext uri="{BB962C8B-B14F-4D97-AF65-F5344CB8AC3E}">
        <p14:creationId xmlns:p14="http://schemas.microsoft.com/office/powerpoint/2010/main" val="148309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9430A3-DD46-D869-D91B-EF121A15E8C0}"/>
              </a:ext>
            </a:extLst>
          </p:cNvPr>
          <p:cNvPicPr>
            <a:picLocks noChangeAspect="1"/>
          </p:cNvPicPr>
          <p:nvPr/>
        </p:nvPicPr>
        <p:blipFill>
          <a:blip r:embed="rId2"/>
          <a:stretch>
            <a:fillRect/>
          </a:stretch>
        </p:blipFill>
        <p:spPr>
          <a:xfrm>
            <a:off x="2487560" y="1501555"/>
            <a:ext cx="6794091" cy="3854890"/>
          </a:xfrm>
          <a:prstGeom prst="rect">
            <a:avLst/>
          </a:prstGeom>
        </p:spPr>
      </p:pic>
    </p:spTree>
    <p:extLst>
      <p:ext uri="{BB962C8B-B14F-4D97-AF65-F5344CB8AC3E}">
        <p14:creationId xmlns:p14="http://schemas.microsoft.com/office/powerpoint/2010/main" val="2108706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5C44CB-BBB4-3D12-C0D6-C2E622528D79}"/>
              </a:ext>
            </a:extLst>
          </p:cNvPr>
          <p:cNvSpPr>
            <a:spLocks noGrp="1"/>
          </p:cNvSpPr>
          <p:nvPr>
            <p:ph type="subTitle" idx="1"/>
          </p:nvPr>
        </p:nvSpPr>
        <p:spPr>
          <a:xfrm>
            <a:off x="1444625" y="1976438"/>
            <a:ext cx="9355138" cy="3392487"/>
          </a:xfrm>
        </p:spPr>
        <p:txBody>
          <a:bodyPr/>
          <a:lstStyle/>
          <a:p>
            <a:endParaRPr lang="en-US" b="1" dirty="0"/>
          </a:p>
          <a:p>
            <a:endParaRPr lang="en-US" b="1" dirty="0"/>
          </a:p>
          <a:p>
            <a:r>
              <a:rPr lang="en-US" b="1" dirty="0"/>
              <a:t>1.X introduced its model which is initiative through three distinct concepts. The original 2009 Frankfurt concept was an R8-based supercar utilizing four electric motors for all-wheel drive. This was followed by the 2010 Detroit concept, a smaller, rear-wheel-drive performance coupe powered by two motors. Finally, the Y served as a front-wheel-drive hybrid, uniquely featuring a Wankel rotary engine as a range-extender. Together, these models demonstrated X's intent to apply electric technology to everything from high-performance sports cars to efficient city vehicles. Identify company X and model Y.</a:t>
            </a:r>
          </a:p>
          <a:p>
            <a:endParaRPr lang="en-IN" dirty="0"/>
          </a:p>
        </p:txBody>
      </p:sp>
    </p:spTree>
    <p:extLst>
      <p:ext uri="{BB962C8B-B14F-4D97-AF65-F5344CB8AC3E}">
        <p14:creationId xmlns:p14="http://schemas.microsoft.com/office/powerpoint/2010/main" val="824216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D40DB-53A2-7750-69C5-F539BDBA4C8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1D05C05-C566-D7B9-F4C4-08A19B367535}"/>
              </a:ext>
            </a:extLst>
          </p:cNvPr>
          <p:cNvSpPr>
            <a:spLocks noGrp="1"/>
          </p:cNvSpPr>
          <p:nvPr>
            <p:ph type="subTitle" idx="1"/>
          </p:nvPr>
        </p:nvSpPr>
        <p:spPr>
          <a:xfrm>
            <a:off x="1562100" y="2133600"/>
            <a:ext cx="9070848" cy="3005663"/>
          </a:xfrm>
        </p:spPr>
        <p:txBody>
          <a:bodyPr/>
          <a:lstStyle/>
          <a:p>
            <a:endParaRPr lang="en-IN" dirty="0"/>
          </a:p>
        </p:txBody>
      </p:sp>
      <p:pic>
        <p:nvPicPr>
          <p:cNvPr id="5" name="Picture 4">
            <a:extLst>
              <a:ext uri="{FF2B5EF4-FFF2-40B4-BE49-F238E27FC236}">
                <a16:creationId xmlns:a16="http://schemas.microsoft.com/office/drawing/2014/main" id="{A64A593C-48DA-63F8-06D0-FA863459C749}"/>
              </a:ext>
            </a:extLst>
          </p:cNvPr>
          <p:cNvPicPr>
            <a:picLocks noChangeAspect="1"/>
          </p:cNvPicPr>
          <p:nvPr/>
        </p:nvPicPr>
        <p:blipFill>
          <a:blip r:embed="rId2"/>
          <a:stretch>
            <a:fillRect/>
          </a:stretch>
        </p:blipFill>
        <p:spPr>
          <a:xfrm>
            <a:off x="3238500" y="1519237"/>
            <a:ext cx="5715000" cy="3819525"/>
          </a:xfrm>
          <a:prstGeom prst="rect">
            <a:avLst/>
          </a:prstGeom>
        </p:spPr>
      </p:pic>
    </p:spTree>
    <p:extLst>
      <p:ext uri="{BB962C8B-B14F-4D97-AF65-F5344CB8AC3E}">
        <p14:creationId xmlns:p14="http://schemas.microsoft.com/office/powerpoint/2010/main" val="4268491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CA523AB-29FC-431C-FCEF-44E7B44AD2AF}"/>
              </a:ext>
            </a:extLst>
          </p:cNvPr>
          <p:cNvSpPr>
            <a:spLocks noGrp="1"/>
          </p:cNvSpPr>
          <p:nvPr>
            <p:ph type="subTitle" idx="1"/>
          </p:nvPr>
        </p:nvSpPr>
        <p:spPr>
          <a:xfrm>
            <a:off x="1562100" y="2035278"/>
            <a:ext cx="9070848" cy="3103986"/>
          </a:xfrm>
        </p:spPr>
        <p:txBody>
          <a:bodyPr/>
          <a:lstStyle/>
          <a:p>
            <a:endParaRPr lang="en-US" dirty="0"/>
          </a:p>
          <a:p>
            <a:endParaRPr lang="en-IN" dirty="0"/>
          </a:p>
          <a:p>
            <a:endParaRPr lang="en-IN" dirty="0"/>
          </a:p>
          <a:p>
            <a:endParaRPr lang="en-IN" dirty="0"/>
          </a:p>
          <a:p>
            <a:r>
              <a:rPr lang="en-IN" b="1" dirty="0"/>
              <a:t>ANSWER</a:t>
            </a:r>
          </a:p>
          <a:p>
            <a:r>
              <a:rPr lang="en-IN" b="1" dirty="0"/>
              <a:t>X- Audi</a:t>
            </a:r>
          </a:p>
          <a:p>
            <a:r>
              <a:rPr lang="en-IN" b="1" dirty="0"/>
              <a:t>Y-A1 e-tron</a:t>
            </a:r>
          </a:p>
        </p:txBody>
      </p:sp>
    </p:spTree>
    <p:extLst>
      <p:ext uri="{BB962C8B-B14F-4D97-AF65-F5344CB8AC3E}">
        <p14:creationId xmlns:p14="http://schemas.microsoft.com/office/powerpoint/2010/main" val="4292022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FB8F3FB-44C2-4E7B-509A-CB39090E4798}"/>
              </a:ext>
            </a:extLst>
          </p:cNvPr>
          <p:cNvSpPr>
            <a:spLocks noGrp="1"/>
          </p:cNvSpPr>
          <p:nvPr>
            <p:ph type="subTitle" idx="1"/>
          </p:nvPr>
        </p:nvSpPr>
        <p:spPr>
          <a:xfrm>
            <a:off x="1560513" y="2065338"/>
            <a:ext cx="9070975" cy="3143250"/>
          </a:xfrm>
        </p:spPr>
        <p:txBody>
          <a:bodyPr/>
          <a:lstStyle/>
          <a:p>
            <a:endParaRPr lang="en-IN" b="1" dirty="0"/>
          </a:p>
          <a:p>
            <a:r>
              <a:rPr lang="en-IN" b="1" dirty="0"/>
              <a:t>2. X transformed the Y from a traditional folk and ceremonial instrument into a respected Hindustani classical powerhouse. His virtuosity single-handedly elevated it to the global concert stage, forever linking his name to the instrument. X was commemorated on his 102nd birth anniversary by Search Engine Google which showed a special doodle on its Indian home page for him on 21 March 2018.The Government of Bihar has proposed setting up of a museum, a town hall-cum-library and installation of a life-size statue at his birthplace in </a:t>
            </a:r>
            <a:r>
              <a:rPr lang="en-IN" b="1" dirty="0" err="1"/>
              <a:t>Dumraon</a:t>
            </a:r>
            <a:r>
              <a:rPr lang="en-IN" b="1" dirty="0"/>
              <a:t>. Imtiaz Ali's Rockstar character Ustad Jameel Khan played by </a:t>
            </a:r>
            <a:r>
              <a:rPr lang="en-IN" b="1" dirty="0" err="1"/>
              <a:t>Shammi</a:t>
            </a:r>
            <a:r>
              <a:rPr lang="en-IN" b="1" dirty="0"/>
              <a:t> Kapoor was slightly inspired by Khan.</a:t>
            </a:r>
          </a:p>
          <a:p>
            <a:r>
              <a:rPr lang="en-IN" b="1" dirty="0"/>
              <a:t>Identify X and instrument Y.</a:t>
            </a:r>
          </a:p>
          <a:p>
            <a:endParaRPr lang="en-IN" dirty="0"/>
          </a:p>
        </p:txBody>
      </p:sp>
    </p:spTree>
    <p:extLst>
      <p:ext uri="{BB962C8B-B14F-4D97-AF65-F5344CB8AC3E}">
        <p14:creationId xmlns:p14="http://schemas.microsoft.com/office/powerpoint/2010/main" val="3426649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531D4-B218-4355-634F-A8510A3CAF3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CC43318-91BC-FF9F-5FC2-84ABF4304A8B}"/>
              </a:ext>
            </a:extLst>
          </p:cNvPr>
          <p:cNvSpPr>
            <a:spLocks noGrp="1"/>
          </p:cNvSpPr>
          <p:nvPr>
            <p:ph type="subTitle" idx="1"/>
          </p:nvPr>
        </p:nvSpPr>
        <p:spPr>
          <a:xfrm>
            <a:off x="1562100" y="2133600"/>
            <a:ext cx="9070848" cy="3005663"/>
          </a:xfrm>
        </p:spPr>
        <p:txBody>
          <a:bodyPr/>
          <a:lstStyle/>
          <a:p>
            <a:endParaRPr lang="en-IN" dirty="0"/>
          </a:p>
        </p:txBody>
      </p:sp>
      <p:pic>
        <p:nvPicPr>
          <p:cNvPr id="5" name="Picture 4">
            <a:extLst>
              <a:ext uri="{FF2B5EF4-FFF2-40B4-BE49-F238E27FC236}">
                <a16:creationId xmlns:a16="http://schemas.microsoft.com/office/drawing/2014/main" id="{DC82EF48-DBAB-C389-FFC1-16DB0643D513}"/>
              </a:ext>
            </a:extLst>
          </p:cNvPr>
          <p:cNvPicPr>
            <a:picLocks noChangeAspect="1"/>
          </p:cNvPicPr>
          <p:nvPr/>
        </p:nvPicPr>
        <p:blipFill>
          <a:blip r:embed="rId2"/>
          <a:stretch>
            <a:fillRect/>
          </a:stretch>
        </p:blipFill>
        <p:spPr>
          <a:xfrm>
            <a:off x="3238500" y="1519237"/>
            <a:ext cx="5715000" cy="3819525"/>
          </a:xfrm>
          <a:prstGeom prst="rect">
            <a:avLst/>
          </a:prstGeom>
        </p:spPr>
      </p:pic>
    </p:spTree>
    <p:extLst>
      <p:ext uri="{BB962C8B-B14F-4D97-AF65-F5344CB8AC3E}">
        <p14:creationId xmlns:p14="http://schemas.microsoft.com/office/powerpoint/2010/main" val="910220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A3B3169-9CA3-E6BD-8DF4-F82980EB7FE3}"/>
              </a:ext>
            </a:extLst>
          </p:cNvPr>
          <p:cNvSpPr>
            <a:spLocks noGrp="1"/>
          </p:cNvSpPr>
          <p:nvPr>
            <p:ph type="subTitle" idx="1"/>
          </p:nvPr>
        </p:nvSpPr>
        <p:spPr>
          <a:xfrm>
            <a:off x="1562100" y="2074606"/>
            <a:ext cx="9070848" cy="3064657"/>
          </a:xfrm>
        </p:spPr>
        <p:txBody>
          <a:bodyPr/>
          <a:lstStyle/>
          <a:p>
            <a:endParaRPr lang="en-US" dirty="0"/>
          </a:p>
          <a:p>
            <a:endParaRPr lang="en-IN" dirty="0"/>
          </a:p>
          <a:p>
            <a:endParaRPr lang="en-IN" dirty="0"/>
          </a:p>
          <a:p>
            <a:r>
              <a:rPr lang="en-IN" b="1" dirty="0"/>
              <a:t>ANSWER</a:t>
            </a:r>
          </a:p>
          <a:p>
            <a:r>
              <a:rPr lang="en-IN" b="1" dirty="0"/>
              <a:t>X-Bismillah Khan</a:t>
            </a:r>
          </a:p>
          <a:p>
            <a:r>
              <a:rPr lang="en-IN" b="1" dirty="0"/>
              <a:t>Y-Shehnai</a:t>
            </a:r>
            <a:endParaRPr lang="en-IN" dirty="0"/>
          </a:p>
        </p:txBody>
      </p:sp>
    </p:spTree>
    <p:extLst>
      <p:ext uri="{BB962C8B-B14F-4D97-AF65-F5344CB8AC3E}">
        <p14:creationId xmlns:p14="http://schemas.microsoft.com/office/powerpoint/2010/main" val="3042051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FB5E56D-DBF9-F58E-C2F5-FFF1B46D48E9}"/>
              </a:ext>
            </a:extLst>
          </p:cNvPr>
          <p:cNvSpPr>
            <a:spLocks noGrp="1"/>
          </p:cNvSpPr>
          <p:nvPr>
            <p:ph type="subTitle" idx="1"/>
          </p:nvPr>
        </p:nvSpPr>
        <p:spPr>
          <a:xfrm>
            <a:off x="1560513" y="2025650"/>
            <a:ext cx="9070975" cy="3300413"/>
          </a:xfrm>
        </p:spPr>
        <p:txBody>
          <a:bodyPr/>
          <a:lstStyle/>
          <a:p>
            <a:endParaRPr lang="en-US" b="1" dirty="0"/>
          </a:p>
          <a:p>
            <a:r>
              <a:rPr lang="en-US" b="1" dirty="0"/>
              <a:t>3.X is a statue of the 11th-century Indian philosopher Ramanuja, located on the premises of the Chinna </a:t>
            </a:r>
            <a:r>
              <a:rPr lang="en-US" b="1" dirty="0" err="1"/>
              <a:t>Jeeyar</a:t>
            </a:r>
            <a:r>
              <a:rPr lang="en-US" b="1" dirty="0"/>
              <a:t> Trust at </a:t>
            </a:r>
            <a:r>
              <a:rPr lang="en-US" b="1" dirty="0" err="1"/>
              <a:t>Muchintal</a:t>
            </a:r>
            <a:r>
              <a:rPr lang="en-US" b="1" dirty="0"/>
              <a:t>, Ranga Reddy district in the outskirts of Hyderabad.</a:t>
            </a:r>
          </a:p>
          <a:p>
            <a:r>
              <a:rPr lang="en-US" b="1" dirty="0"/>
              <a:t>The project of building the statue was conceptualized by the trust to commemorate the 1,000th birth anniversary of Ramanuja. The statue was built at an estimated cost of ₹1,000 crore (US$120 million), which is majorly collected from donations by the </a:t>
            </a:r>
            <a:r>
              <a:rPr lang="en-US" b="1" dirty="0" err="1"/>
              <a:t>devotees.The</a:t>
            </a:r>
            <a:r>
              <a:rPr lang="en-US" b="1" dirty="0"/>
              <a:t> base building hosts the </a:t>
            </a:r>
            <a:r>
              <a:rPr lang="en-US" b="1" dirty="0" err="1"/>
              <a:t>vedic</a:t>
            </a:r>
            <a:r>
              <a:rPr lang="en-US" b="1" dirty="0"/>
              <a:t> digital library, research </a:t>
            </a:r>
            <a:r>
              <a:rPr lang="en-US" b="1" dirty="0" err="1"/>
              <a:t>centre</a:t>
            </a:r>
            <a:r>
              <a:rPr lang="en-US" b="1" dirty="0"/>
              <a:t>, ancient Indian texts, theatre and a gallery. Ramanuja's works are presented in the gallery. The statue has a concrete core which is surrounded by a </a:t>
            </a:r>
            <a:r>
              <a:rPr lang="en-US" b="1" dirty="0" err="1"/>
              <a:t>panchaloha</a:t>
            </a:r>
            <a:r>
              <a:rPr lang="en-US" b="1" dirty="0"/>
              <a:t> sheet with a thickness varying between 10 mm and 20 mm. Identify X and also what the based building known as? </a:t>
            </a:r>
            <a:endParaRPr lang="en-IN" b="1" dirty="0"/>
          </a:p>
        </p:txBody>
      </p:sp>
    </p:spTree>
    <p:extLst>
      <p:ext uri="{BB962C8B-B14F-4D97-AF65-F5344CB8AC3E}">
        <p14:creationId xmlns:p14="http://schemas.microsoft.com/office/powerpoint/2010/main" val="1991594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64CB4-8784-8E7E-05FC-4E24F043271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C382530-73FB-7230-0792-289CB9A589D5}"/>
              </a:ext>
            </a:extLst>
          </p:cNvPr>
          <p:cNvSpPr>
            <a:spLocks noGrp="1"/>
          </p:cNvSpPr>
          <p:nvPr>
            <p:ph type="subTitle" idx="1"/>
          </p:nvPr>
        </p:nvSpPr>
        <p:spPr>
          <a:xfrm>
            <a:off x="1562100" y="2133600"/>
            <a:ext cx="9070848" cy="3005663"/>
          </a:xfrm>
        </p:spPr>
        <p:txBody>
          <a:bodyPr/>
          <a:lstStyle/>
          <a:p>
            <a:endParaRPr lang="en-IN" dirty="0"/>
          </a:p>
        </p:txBody>
      </p:sp>
      <p:pic>
        <p:nvPicPr>
          <p:cNvPr id="5" name="Picture 4">
            <a:extLst>
              <a:ext uri="{FF2B5EF4-FFF2-40B4-BE49-F238E27FC236}">
                <a16:creationId xmlns:a16="http://schemas.microsoft.com/office/drawing/2014/main" id="{983CFBB3-4CEC-3F89-33E1-FAC8B05D0FA1}"/>
              </a:ext>
            </a:extLst>
          </p:cNvPr>
          <p:cNvPicPr>
            <a:picLocks noChangeAspect="1"/>
          </p:cNvPicPr>
          <p:nvPr/>
        </p:nvPicPr>
        <p:blipFill>
          <a:blip r:embed="rId2"/>
          <a:stretch>
            <a:fillRect/>
          </a:stretch>
        </p:blipFill>
        <p:spPr>
          <a:xfrm>
            <a:off x="3238500" y="1519237"/>
            <a:ext cx="5715000" cy="3819525"/>
          </a:xfrm>
          <a:prstGeom prst="rect">
            <a:avLst/>
          </a:prstGeom>
        </p:spPr>
      </p:pic>
    </p:spTree>
    <p:extLst>
      <p:ext uri="{BB962C8B-B14F-4D97-AF65-F5344CB8AC3E}">
        <p14:creationId xmlns:p14="http://schemas.microsoft.com/office/powerpoint/2010/main" val="272104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BC74AD4-0BE9-12D4-D6C1-C6F6C182DB73}"/>
              </a:ext>
            </a:extLst>
          </p:cNvPr>
          <p:cNvSpPr>
            <a:spLocks noGrp="1"/>
          </p:cNvSpPr>
          <p:nvPr>
            <p:ph type="subTitle" idx="1"/>
          </p:nvPr>
        </p:nvSpPr>
        <p:spPr>
          <a:xfrm>
            <a:off x="1562100" y="2084440"/>
            <a:ext cx="9070848" cy="3054824"/>
          </a:xfrm>
        </p:spPr>
        <p:txBody>
          <a:bodyPr/>
          <a:lstStyle/>
          <a:p>
            <a:endParaRPr lang="en-US" b="1" dirty="0"/>
          </a:p>
          <a:p>
            <a:endParaRPr lang="en-US" b="1" dirty="0"/>
          </a:p>
          <a:p>
            <a:endParaRPr lang="en-US" b="1" dirty="0"/>
          </a:p>
          <a:p>
            <a:r>
              <a:rPr lang="en-US" b="1" dirty="0"/>
              <a:t>Answer</a:t>
            </a:r>
          </a:p>
          <a:p>
            <a:r>
              <a:rPr lang="en-US" b="1" dirty="0"/>
              <a:t>X-Statue of Equality</a:t>
            </a:r>
          </a:p>
          <a:p>
            <a:endParaRPr lang="en-US" b="1" dirty="0"/>
          </a:p>
          <a:p>
            <a:r>
              <a:rPr lang="en-US" b="1" dirty="0" err="1"/>
              <a:t>Bhadravedi</a:t>
            </a:r>
            <a:endParaRPr lang="en-IN" b="1" dirty="0"/>
          </a:p>
        </p:txBody>
      </p:sp>
    </p:spTree>
    <p:extLst>
      <p:ext uri="{BB962C8B-B14F-4D97-AF65-F5344CB8AC3E}">
        <p14:creationId xmlns:p14="http://schemas.microsoft.com/office/powerpoint/2010/main" val="713770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94F584A-0C42-6CDC-5A51-EC20B3B91CF7}"/>
              </a:ext>
            </a:extLst>
          </p:cNvPr>
          <p:cNvSpPr>
            <a:spLocks noGrp="1"/>
          </p:cNvSpPr>
          <p:nvPr>
            <p:ph type="subTitle" idx="1"/>
          </p:nvPr>
        </p:nvSpPr>
        <p:spPr>
          <a:xfrm>
            <a:off x="1562100" y="2025446"/>
            <a:ext cx="9070848" cy="3113818"/>
          </a:xfrm>
        </p:spPr>
        <p:txBody>
          <a:bodyPr/>
          <a:lstStyle/>
          <a:p>
            <a:endParaRPr lang="en-US" b="1" dirty="0"/>
          </a:p>
          <a:p>
            <a:r>
              <a:rPr lang="en-US" b="1" dirty="0"/>
              <a:t>4. X is an Indian woman cricketer, who represents the India women’s national team as a middle-order batter, had earlier represented her state team in field hockey before taking up professional cricket, became only the second Indian woman after Smriti </a:t>
            </a:r>
            <a:r>
              <a:rPr lang="en-US" b="1" dirty="0" err="1"/>
              <a:t>Mandhana</a:t>
            </a:r>
            <a:r>
              <a:rPr lang="en-US" b="1" dirty="0"/>
              <a:t> to score a double century in a 50-over cricket match, accumulated 245 runs across four innings to finish as India’s second-highest run-scorer in the tri-nation Women’s One Day International series held in Sri Lanka in May 2025, and was </a:t>
            </a:r>
            <a:r>
              <a:rPr lang="en-US" b="1" dirty="0" err="1"/>
              <a:t>honoured</a:t>
            </a:r>
            <a:r>
              <a:rPr lang="en-US" b="1" dirty="0"/>
              <a:t> with the Jagmohan Dalmiya Award for the Best Domestic Junior Women’s Cricketer by the Board of Control for Cricket in India in 2018.</a:t>
            </a:r>
          </a:p>
          <a:p>
            <a:r>
              <a:rPr lang="en-US" b="1" dirty="0"/>
              <a:t>Identify X.</a:t>
            </a:r>
            <a:endParaRPr lang="en-IN" b="1" dirty="0"/>
          </a:p>
        </p:txBody>
      </p:sp>
    </p:spTree>
    <p:extLst>
      <p:ext uri="{BB962C8B-B14F-4D97-AF65-F5344CB8AC3E}">
        <p14:creationId xmlns:p14="http://schemas.microsoft.com/office/powerpoint/2010/main" val="2614757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6A46D-F49F-A532-790E-5CB6B0BBF9E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067BB86-E973-BDA1-96EA-CB7AB71CCE23}"/>
              </a:ext>
            </a:extLst>
          </p:cNvPr>
          <p:cNvSpPr>
            <a:spLocks noGrp="1"/>
          </p:cNvSpPr>
          <p:nvPr>
            <p:ph type="subTitle" idx="1"/>
          </p:nvPr>
        </p:nvSpPr>
        <p:spPr>
          <a:xfrm>
            <a:off x="1562100" y="2133600"/>
            <a:ext cx="9070848" cy="3005663"/>
          </a:xfrm>
        </p:spPr>
        <p:txBody>
          <a:bodyPr/>
          <a:lstStyle/>
          <a:p>
            <a:endParaRPr lang="en-IN" dirty="0"/>
          </a:p>
        </p:txBody>
      </p:sp>
      <p:pic>
        <p:nvPicPr>
          <p:cNvPr id="5" name="Picture 4">
            <a:extLst>
              <a:ext uri="{FF2B5EF4-FFF2-40B4-BE49-F238E27FC236}">
                <a16:creationId xmlns:a16="http://schemas.microsoft.com/office/drawing/2014/main" id="{856FA661-F3E7-D638-38F1-8E2F70539B4D}"/>
              </a:ext>
            </a:extLst>
          </p:cNvPr>
          <p:cNvPicPr>
            <a:picLocks noChangeAspect="1"/>
          </p:cNvPicPr>
          <p:nvPr/>
        </p:nvPicPr>
        <p:blipFill>
          <a:blip r:embed="rId2"/>
          <a:stretch>
            <a:fillRect/>
          </a:stretch>
        </p:blipFill>
        <p:spPr>
          <a:xfrm>
            <a:off x="3238500" y="1519237"/>
            <a:ext cx="5715000" cy="3819525"/>
          </a:xfrm>
          <a:prstGeom prst="rect">
            <a:avLst/>
          </a:prstGeom>
        </p:spPr>
      </p:pic>
    </p:spTree>
    <p:extLst>
      <p:ext uri="{BB962C8B-B14F-4D97-AF65-F5344CB8AC3E}">
        <p14:creationId xmlns:p14="http://schemas.microsoft.com/office/powerpoint/2010/main" val="437045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8ADC348-0C1D-3DC3-53C6-BF977C9B9C32}"/>
              </a:ext>
            </a:extLst>
          </p:cNvPr>
          <p:cNvSpPr>
            <a:spLocks noGrp="1"/>
          </p:cNvSpPr>
          <p:nvPr>
            <p:ph type="subTitle" idx="1"/>
          </p:nvPr>
        </p:nvSpPr>
        <p:spPr>
          <a:xfrm>
            <a:off x="1562100" y="2084440"/>
            <a:ext cx="9070848" cy="3054824"/>
          </a:xfrm>
        </p:spPr>
        <p:txBody>
          <a:bodyPr/>
          <a:lstStyle/>
          <a:p>
            <a:endParaRPr lang="en-US" b="1" dirty="0"/>
          </a:p>
          <a:p>
            <a:endParaRPr lang="en-US" b="1" dirty="0"/>
          </a:p>
          <a:p>
            <a:endParaRPr lang="en-US" b="1" dirty="0"/>
          </a:p>
          <a:p>
            <a:endParaRPr lang="en-US" b="1" dirty="0"/>
          </a:p>
          <a:p>
            <a:r>
              <a:rPr lang="en-US" b="1" dirty="0"/>
              <a:t>ANSWER</a:t>
            </a:r>
          </a:p>
          <a:p>
            <a:r>
              <a:rPr lang="en-US" b="1" dirty="0"/>
              <a:t>X-</a:t>
            </a:r>
            <a:r>
              <a:rPr lang="en-US" b="1" dirty="0" err="1"/>
              <a:t>Jemmimah</a:t>
            </a:r>
            <a:r>
              <a:rPr lang="en-US" b="1" dirty="0"/>
              <a:t> Rodrigues </a:t>
            </a:r>
            <a:endParaRPr lang="en-IN" b="1" dirty="0"/>
          </a:p>
          <a:p>
            <a:endParaRPr lang="en-IN" dirty="0"/>
          </a:p>
        </p:txBody>
      </p:sp>
    </p:spTree>
    <p:extLst>
      <p:ext uri="{BB962C8B-B14F-4D97-AF65-F5344CB8AC3E}">
        <p14:creationId xmlns:p14="http://schemas.microsoft.com/office/powerpoint/2010/main" val="3963193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0D8D305-6E66-5645-3E8C-3360B29205CC}"/>
              </a:ext>
            </a:extLst>
          </p:cNvPr>
          <p:cNvSpPr>
            <a:spLocks noGrp="1"/>
          </p:cNvSpPr>
          <p:nvPr>
            <p:ph type="subTitle" idx="1"/>
          </p:nvPr>
        </p:nvSpPr>
        <p:spPr>
          <a:xfrm>
            <a:off x="1560576" y="2064774"/>
            <a:ext cx="9070848" cy="3231805"/>
          </a:xfrm>
        </p:spPr>
        <p:txBody>
          <a:bodyPr/>
          <a:lstStyle/>
          <a:p>
            <a:r>
              <a:rPr lang="en-US" b="1" dirty="0"/>
              <a:t>5. X is a G7 power and constitutional monarchy leading in robotics, automotive, and electronics. Despite a world-class military, it renounces war constitutionally. While facing population decline, this country maintains a massive global footprint through its high life expectancy and iconic popular culture. Its contemporary culture is a global "cultural superpower," blending Asian traditions with Western influences. It preserves ancient arts like calligraphy, tea ceremonies, and kabuki through a robust "National Treasure" system. Boasting eighteen cultural UNESCO </a:t>
            </a:r>
            <a:r>
              <a:rPr lang="en-US" b="1" dirty="0" err="1"/>
              <a:t>sites,X</a:t>
            </a:r>
            <a:r>
              <a:rPr lang="en-US" b="1" dirty="0"/>
              <a:t> seamlessly integrates historic crafts and martial arts into a modern, globally influential society.</a:t>
            </a:r>
          </a:p>
          <a:p>
            <a:r>
              <a:rPr lang="en-US" b="1" dirty="0"/>
              <a:t>Identify X.</a:t>
            </a:r>
            <a:endParaRPr lang="en-IN" b="1" dirty="0"/>
          </a:p>
        </p:txBody>
      </p:sp>
    </p:spTree>
    <p:extLst>
      <p:ext uri="{BB962C8B-B14F-4D97-AF65-F5344CB8AC3E}">
        <p14:creationId xmlns:p14="http://schemas.microsoft.com/office/powerpoint/2010/main" val="2635758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4D44F-59FF-6A8A-487A-0033ABDB3DB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DA73B19-3A79-E533-8A2B-0F7127F5641C}"/>
              </a:ext>
            </a:extLst>
          </p:cNvPr>
          <p:cNvSpPr>
            <a:spLocks noGrp="1"/>
          </p:cNvSpPr>
          <p:nvPr>
            <p:ph type="subTitle" idx="1"/>
          </p:nvPr>
        </p:nvSpPr>
        <p:spPr>
          <a:xfrm>
            <a:off x="1562100" y="2133600"/>
            <a:ext cx="9070848" cy="3005663"/>
          </a:xfrm>
        </p:spPr>
        <p:txBody>
          <a:bodyPr/>
          <a:lstStyle/>
          <a:p>
            <a:endParaRPr lang="en-IN" dirty="0"/>
          </a:p>
        </p:txBody>
      </p:sp>
      <p:pic>
        <p:nvPicPr>
          <p:cNvPr id="5" name="Picture 4">
            <a:extLst>
              <a:ext uri="{FF2B5EF4-FFF2-40B4-BE49-F238E27FC236}">
                <a16:creationId xmlns:a16="http://schemas.microsoft.com/office/drawing/2014/main" id="{2B99DC98-B546-67A9-1E59-C1BCD69EC941}"/>
              </a:ext>
            </a:extLst>
          </p:cNvPr>
          <p:cNvPicPr>
            <a:picLocks noChangeAspect="1"/>
          </p:cNvPicPr>
          <p:nvPr/>
        </p:nvPicPr>
        <p:blipFill>
          <a:blip r:embed="rId2"/>
          <a:stretch>
            <a:fillRect/>
          </a:stretch>
        </p:blipFill>
        <p:spPr>
          <a:xfrm>
            <a:off x="3238500" y="1519237"/>
            <a:ext cx="5715000" cy="3819525"/>
          </a:xfrm>
          <a:prstGeom prst="rect">
            <a:avLst/>
          </a:prstGeom>
        </p:spPr>
      </p:pic>
    </p:spTree>
    <p:extLst>
      <p:ext uri="{BB962C8B-B14F-4D97-AF65-F5344CB8AC3E}">
        <p14:creationId xmlns:p14="http://schemas.microsoft.com/office/powerpoint/2010/main" val="1074520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2355B5-73BD-29E4-CE49-523CDECEB0F4}"/>
              </a:ext>
            </a:extLst>
          </p:cNvPr>
          <p:cNvSpPr>
            <a:spLocks noGrp="1"/>
          </p:cNvSpPr>
          <p:nvPr>
            <p:ph type="subTitle" idx="1"/>
          </p:nvPr>
        </p:nvSpPr>
        <p:spPr>
          <a:xfrm>
            <a:off x="1560576" y="2094271"/>
            <a:ext cx="9070848" cy="3146323"/>
          </a:xfrm>
        </p:spPr>
        <p:txBody>
          <a:bodyPr/>
          <a:lstStyle/>
          <a:p>
            <a:endParaRPr lang="en-US" b="1" dirty="0"/>
          </a:p>
          <a:p>
            <a:endParaRPr lang="en-US" b="1" dirty="0"/>
          </a:p>
          <a:p>
            <a:endParaRPr lang="en-US" b="1" dirty="0"/>
          </a:p>
          <a:p>
            <a:endParaRPr lang="en-US" b="1" dirty="0"/>
          </a:p>
          <a:p>
            <a:r>
              <a:rPr lang="en-US" b="1" dirty="0"/>
              <a:t>ANSWER</a:t>
            </a:r>
          </a:p>
          <a:p>
            <a:r>
              <a:rPr lang="en-US" b="1" dirty="0"/>
              <a:t>X-Japan</a:t>
            </a:r>
            <a:endParaRPr lang="en-IN" b="1" dirty="0"/>
          </a:p>
        </p:txBody>
      </p:sp>
    </p:spTree>
    <p:extLst>
      <p:ext uri="{BB962C8B-B14F-4D97-AF65-F5344CB8AC3E}">
        <p14:creationId xmlns:p14="http://schemas.microsoft.com/office/powerpoint/2010/main" val="2668593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3D862-0726-764A-F1BA-4B1178D24330}"/>
              </a:ext>
            </a:extLst>
          </p:cNvPr>
          <p:cNvSpPr>
            <a:spLocks noGrp="1"/>
          </p:cNvSpPr>
          <p:nvPr>
            <p:ph type="subTitle" idx="1"/>
          </p:nvPr>
        </p:nvSpPr>
        <p:spPr>
          <a:xfrm>
            <a:off x="1560576" y="2025446"/>
            <a:ext cx="9070848" cy="3212140"/>
          </a:xfrm>
        </p:spPr>
        <p:txBody>
          <a:bodyPr/>
          <a:lstStyle/>
          <a:p>
            <a:endParaRPr lang="en-US" b="1" dirty="0"/>
          </a:p>
          <a:p>
            <a:r>
              <a:rPr lang="en-US" b="1" dirty="0"/>
              <a:t>6. In New Delhi, There is a temple  designed by Iranian architect Fariborz </a:t>
            </a:r>
            <a:r>
              <a:rPr lang="en-US" b="1" dirty="0" err="1"/>
              <a:t>Sahba</a:t>
            </a:r>
            <a:r>
              <a:rPr lang="en-US" b="1" dirty="0"/>
              <a:t>, was dedicated in 1986. Funded largely by </a:t>
            </a:r>
            <a:r>
              <a:rPr lang="en-US" b="1" dirty="0" err="1"/>
              <a:t>Ardishír</a:t>
            </a:r>
            <a:r>
              <a:rPr lang="en-US" b="1" dirty="0"/>
              <a:t> </a:t>
            </a:r>
            <a:r>
              <a:rPr lang="en-US" b="1" dirty="0" err="1"/>
              <a:t>Rustampúr’s</a:t>
            </a:r>
            <a:r>
              <a:rPr lang="en-US" b="1" dirty="0"/>
              <a:t> life savings, the structure features a unique floral design realized by Flint and Neill and Larsen &amp; Toubro. Since opening in 1987, it has become a global landmark for </a:t>
            </a:r>
            <a:r>
              <a:rPr lang="en-US" b="1" dirty="0" err="1"/>
              <a:t>Baháʼí</a:t>
            </a:r>
            <a:r>
              <a:rPr lang="en-US" b="1" dirty="0"/>
              <a:t> worship. Inspired by the national flower, the temple features 27 marble-clad petals arranged in nine sides. This design symbolizes purity and spirituality across various faiths. Built with Greek </a:t>
            </a:r>
            <a:r>
              <a:rPr lang="en-US" b="1" dirty="0" err="1"/>
              <a:t>Penteli</a:t>
            </a:r>
            <a:r>
              <a:rPr lang="en-US" b="1" dirty="0"/>
              <a:t> marble, the 34.3-meter-tall hall accommodates up to 2,500 people and is surrounded by nine ponds and 26 acres of gardens. The permanent delegation of India to UNESCO stated that the Lotus Temple had received over 100 million visitors by April 2014. Identify the temple.</a:t>
            </a:r>
            <a:endParaRPr lang="en-IN" b="1" dirty="0"/>
          </a:p>
        </p:txBody>
      </p:sp>
    </p:spTree>
    <p:extLst>
      <p:ext uri="{BB962C8B-B14F-4D97-AF65-F5344CB8AC3E}">
        <p14:creationId xmlns:p14="http://schemas.microsoft.com/office/powerpoint/2010/main" val="1392761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62065-046A-4BA8-56A6-DFC216945BE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750AF07-1487-F764-ACB4-80A7927F1FF2}"/>
              </a:ext>
            </a:extLst>
          </p:cNvPr>
          <p:cNvSpPr>
            <a:spLocks noGrp="1"/>
          </p:cNvSpPr>
          <p:nvPr>
            <p:ph type="subTitle" idx="1"/>
          </p:nvPr>
        </p:nvSpPr>
        <p:spPr>
          <a:xfrm>
            <a:off x="1562100" y="2133600"/>
            <a:ext cx="9070848" cy="3005663"/>
          </a:xfrm>
        </p:spPr>
        <p:txBody>
          <a:bodyPr/>
          <a:lstStyle/>
          <a:p>
            <a:endParaRPr lang="en-IN" dirty="0"/>
          </a:p>
        </p:txBody>
      </p:sp>
      <p:pic>
        <p:nvPicPr>
          <p:cNvPr id="5" name="Picture 4">
            <a:extLst>
              <a:ext uri="{FF2B5EF4-FFF2-40B4-BE49-F238E27FC236}">
                <a16:creationId xmlns:a16="http://schemas.microsoft.com/office/drawing/2014/main" id="{3541601C-52EB-4027-66C7-6016C981625A}"/>
              </a:ext>
            </a:extLst>
          </p:cNvPr>
          <p:cNvPicPr>
            <a:picLocks noChangeAspect="1"/>
          </p:cNvPicPr>
          <p:nvPr/>
        </p:nvPicPr>
        <p:blipFill>
          <a:blip r:embed="rId2"/>
          <a:stretch>
            <a:fillRect/>
          </a:stretch>
        </p:blipFill>
        <p:spPr>
          <a:xfrm>
            <a:off x="3238500" y="1519237"/>
            <a:ext cx="5715000" cy="3819525"/>
          </a:xfrm>
          <a:prstGeom prst="rect">
            <a:avLst/>
          </a:prstGeom>
        </p:spPr>
      </p:pic>
    </p:spTree>
    <p:extLst>
      <p:ext uri="{BB962C8B-B14F-4D97-AF65-F5344CB8AC3E}">
        <p14:creationId xmlns:p14="http://schemas.microsoft.com/office/powerpoint/2010/main" val="4030363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7A22DAC-F0E9-987A-C07F-CE946E90FC43}"/>
              </a:ext>
            </a:extLst>
          </p:cNvPr>
          <p:cNvSpPr>
            <a:spLocks noGrp="1"/>
          </p:cNvSpPr>
          <p:nvPr>
            <p:ph type="subTitle" idx="1"/>
          </p:nvPr>
        </p:nvSpPr>
        <p:spPr>
          <a:xfrm>
            <a:off x="1560576" y="2045110"/>
            <a:ext cx="9070848" cy="3261301"/>
          </a:xfrm>
        </p:spPr>
        <p:txBody>
          <a:bodyPr/>
          <a:lstStyle/>
          <a:p>
            <a:endParaRPr lang="en-US" b="1" dirty="0"/>
          </a:p>
          <a:p>
            <a:endParaRPr lang="en-US" b="1" dirty="0"/>
          </a:p>
          <a:p>
            <a:endParaRPr lang="en-US" b="1" dirty="0"/>
          </a:p>
          <a:p>
            <a:endParaRPr lang="en-US" b="1" dirty="0"/>
          </a:p>
          <a:p>
            <a:r>
              <a:rPr lang="en-US" b="1" dirty="0"/>
              <a:t>ANSWER</a:t>
            </a:r>
          </a:p>
          <a:p>
            <a:r>
              <a:rPr lang="en-IN" b="1" dirty="0"/>
              <a:t>Lotus Temple</a:t>
            </a:r>
            <a:endParaRPr lang="en-US" b="1" dirty="0"/>
          </a:p>
        </p:txBody>
      </p:sp>
    </p:spTree>
    <p:extLst>
      <p:ext uri="{BB962C8B-B14F-4D97-AF65-F5344CB8AC3E}">
        <p14:creationId xmlns:p14="http://schemas.microsoft.com/office/powerpoint/2010/main" val="1705879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202043E-A65E-C663-56ED-DB3A94AE05D6}"/>
              </a:ext>
            </a:extLst>
          </p:cNvPr>
          <p:cNvSpPr>
            <a:spLocks noGrp="1"/>
          </p:cNvSpPr>
          <p:nvPr>
            <p:ph type="subTitle" idx="1"/>
          </p:nvPr>
        </p:nvSpPr>
        <p:spPr>
          <a:xfrm>
            <a:off x="1562100" y="2025446"/>
            <a:ext cx="9070848" cy="3113818"/>
          </a:xfrm>
        </p:spPr>
        <p:txBody>
          <a:bodyPr/>
          <a:lstStyle/>
          <a:p>
            <a:r>
              <a:rPr lang="en-US" b="1" dirty="0"/>
              <a:t>7.Connect the flags                                   </a:t>
            </a:r>
          </a:p>
          <a:p>
            <a:r>
              <a:rPr lang="en-US" b="1" dirty="0"/>
              <a:t>                    says about the dependencies</a:t>
            </a:r>
            <a:endParaRPr lang="en-IN" b="1" dirty="0"/>
          </a:p>
        </p:txBody>
      </p:sp>
      <p:pic>
        <p:nvPicPr>
          <p:cNvPr id="5" name="Graphic 4">
            <a:extLst>
              <a:ext uri="{FF2B5EF4-FFF2-40B4-BE49-F238E27FC236}">
                <a16:creationId xmlns:a16="http://schemas.microsoft.com/office/drawing/2014/main" id="{2B40BE55-FEAB-4EF8-F463-E5C4EF02ADE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70562" y="1619865"/>
            <a:ext cx="2713703" cy="1809135"/>
          </a:xfrm>
          <a:prstGeom prst="rect">
            <a:avLst/>
          </a:prstGeom>
        </p:spPr>
      </p:pic>
      <p:pic>
        <p:nvPicPr>
          <p:cNvPr id="7" name="Graphic 6">
            <a:extLst>
              <a:ext uri="{FF2B5EF4-FFF2-40B4-BE49-F238E27FC236}">
                <a16:creationId xmlns:a16="http://schemas.microsoft.com/office/drawing/2014/main" id="{8CB2E799-A338-758D-46D6-E7F40943E59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59053" y="3522112"/>
            <a:ext cx="3691374" cy="1845687"/>
          </a:xfrm>
          <a:prstGeom prst="rect">
            <a:avLst/>
          </a:prstGeom>
        </p:spPr>
      </p:pic>
      <p:pic>
        <p:nvPicPr>
          <p:cNvPr id="9" name="Graphic 8">
            <a:extLst>
              <a:ext uri="{FF2B5EF4-FFF2-40B4-BE49-F238E27FC236}">
                <a16:creationId xmlns:a16="http://schemas.microsoft.com/office/drawing/2014/main" id="{0FBE074B-7E64-8A2B-250D-29047057EA6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418803" y="3871133"/>
            <a:ext cx="2289019" cy="1496666"/>
          </a:xfrm>
          <a:prstGeom prst="rect">
            <a:avLst/>
          </a:prstGeom>
        </p:spPr>
      </p:pic>
      <p:pic>
        <p:nvPicPr>
          <p:cNvPr id="11" name="Graphic 10">
            <a:extLst>
              <a:ext uri="{FF2B5EF4-FFF2-40B4-BE49-F238E27FC236}">
                <a16:creationId xmlns:a16="http://schemas.microsoft.com/office/drawing/2014/main" id="{37AD4DCD-8381-5491-EC64-C48C7BF2CE6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16197" y="4010947"/>
            <a:ext cx="2713703" cy="1356852"/>
          </a:xfrm>
          <a:prstGeom prst="rect">
            <a:avLst/>
          </a:prstGeom>
        </p:spPr>
      </p:pic>
    </p:spTree>
    <p:extLst>
      <p:ext uri="{BB962C8B-B14F-4D97-AF65-F5344CB8AC3E}">
        <p14:creationId xmlns:p14="http://schemas.microsoft.com/office/powerpoint/2010/main" val="5010607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B9198-C774-8AF3-465F-B1096B499A1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D8F93C3-3FA4-53E1-CE49-414BCCD9D119}"/>
              </a:ext>
            </a:extLst>
          </p:cNvPr>
          <p:cNvSpPr>
            <a:spLocks noGrp="1"/>
          </p:cNvSpPr>
          <p:nvPr>
            <p:ph type="subTitle" idx="1"/>
          </p:nvPr>
        </p:nvSpPr>
        <p:spPr>
          <a:xfrm>
            <a:off x="1562100" y="2133600"/>
            <a:ext cx="9070848" cy="3005663"/>
          </a:xfrm>
        </p:spPr>
        <p:txBody>
          <a:bodyPr/>
          <a:lstStyle/>
          <a:p>
            <a:endParaRPr lang="en-IN" dirty="0"/>
          </a:p>
        </p:txBody>
      </p:sp>
      <p:pic>
        <p:nvPicPr>
          <p:cNvPr id="5" name="Picture 4">
            <a:extLst>
              <a:ext uri="{FF2B5EF4-FFF2-40B4-BE49-F238E27FC236}">
                <a16:creationId xmlns:a16="http://schemas.microsoft.com/office/drawing/2014/main" id="{4A711474-2C28-5FA9-A7DF-33CF4DB07EE9}"/>
              </a:ext>
            </a:extLst>
          </p:cNvPr>
          <p:cNvPicPr>
            <a:picLocks noChangeAspect="1"/>
          </p:cNvPicPr>
          <p:nvPr/>
        </p:nvPicPr>
        <p:blipFill>
          <a:blip r:embed="rId2"/>
          <a:stretch>
            <a:fillRect/>
          </a:stretch>
        </p:blipFill>
        <p:spPr>
          <a:xfrm>
            <a:off x="3238500" y="1519237"/>
            <a:ext cx="5715000" cy="3819525"/>
          </a:xfrm>
          <a:prstGeom prst="rect">
            <a:avLst/>
          </a:prstGeom>
        </p:spPr>
      </p:pic>
    </p:spTree>
    <p:extLst>
      <p:ext uri="{BB962C8B-B14F-4D97-AF65-F5344CB8AC3E}">
        <p14:creationId xmlns:p14="http://schemas.microsoft.com/office/powerpoint/2010/main" val="29571927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6382A6F-039A-5147-4218-03236EEB6D22}"/>
              </a:ext>
            </a:extLst>
          </p:cNvPr>
          <p:cNvSpPr>
            <a:spLocks noGrp="1"/>
          </p:cNvSpPr>
          <p:nvPr>
            <p:ph type="subTitle" idx="1"/>
          </p:nvPr>
        </p:nvSpPr>
        <p:spPr>
          <a:xfrm>
            <a:off x="1562100" y="2064774"/>
            <a:ext cx="9070848" cy="3074489"/>
          </a:xfrm>
        </p:spPr>
        <p:txBody>
          <a:bodyPr/>
          <a:lstStyle/>
          <a:p>
            <a:endParaRPr lang="en-US" b="1" dirty="0"/>
          </a:p>
          <a:p>
            <a:endParaRPr lang="en-US" b="1" dirty="0"/>
          </a:p>
          <a:p>
            <a:endParaRPr lang="en-US" b="1" dirty="0"/>
          </a:p>
          <a:p>
            <a:endParaRPr lang="en-US" b="1" dirty="0"/>
          </a:p>
          <a:p>
            <a:r>
              <a:rPr lang="en-US" b="1" dirty="0"/>
              <a:t>ANSWER</a:t>
            </a:r>
          </a:p>
          <a:p>
            <a:r>
              <a:rPr lang="en-US" b="1" dirty="0"/>
              <a:t>Flags of European Dependencies</a:t>
            </a:r>
            <a:endParaRPr lang="en-IN" b="1" dirty="0"/>
          </a:p>
        </p:txBody>
      </p:sp>
    </p:spTree>
    <p:extLst>
      <p:ext uri="{BB962C8B-B14F-4D97-AF65-F5344CB8AC3E}">
        <p14:creationId xmlns:p14="http://schemas.microsoft.com/office/powerpoint/2010/main" val="2287112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A6356FF-7C45-A94D-7269-97BE62382BBD}"/>
              </a:ext>
            </a:extLst>
          </p:cNvPr>
          <p:cNvSpPr>
            <a:spLocks noGrp="1"/>
          </p:cNvSpPr>
          <p:nvPr>
            <p:ph type="subTitle" idx="1"/>
          </p:nvPr>
        </p:nvSpPr>
        <p:spPr>
          <a:xfrm>
            <a:off x="1562100" y="2113935"/>
            <a:ext cx="9070848" cy="3025329"/>
          </a:xfrm>
        </p:spPr>
        <p:txBody>
          <a:bodyPr/>
          <a:lstStyle/>
          <a:p>
            <a:endParaRPr lang="en-US" b="1" dirty="0"/>
          </a:p>
          <a:p>
            <a:r>
              <a:rPr lang="en-US" b="1" dirty="0"/>
              <a:t>8. This Polynesian variation is played worldwide, especially within diaspora communities in Australia and New Zealand, featuring unique cultural adaptations and </a:t>
            </a:r>
            <a:r>
              <a:rPr lang="en-US" b="1" dirty="0" err="1"/>
              <a:t>rules.There</a:t>
            </a:r>
            <a:r>
              <a:rPr lang="en-US" b="1" dirty="0"/>
              <a:t> is no limit to team size, and teams are made up of whoever turns up regardless of gender or age. Tourist accounts mention that strangers are often welcomed. Players are typically all-</a:t>
            </a:r>
            <a:r>
              <a:rPr lang="en-US" b="1" dirty="0" err="1"/>
              <a:t>rounders.It</a:t>
            </a:r>
            <a:r>
              <a:rPr lang="en-US" b="1" dirty="0"/>
              <a:t> is more than a sport; it’s a massive community festival featuring singing, dancing, and feasts. The rules of the sport are flexible. Indeed, the majority of reports written in the game simply say that the rules can only be known by those playing and it is the traditional sport played in Tuvalu. Identify the sport.</a:t>
            </a:r>
            <a:endParaRPr lang="en-IN" b="1" dirty="0"/>
          </a:p>
        </p:txBody>
      </p:sp>
    </p:spTree>
    <p:extLst>
      <p:ext uri="{BB962C8B-B14F-4D97-AF65-F5344CB8AC3E}">
        <p14:creationId xmlns:p14="http://schemas.microsoft.com/office/powerpoint/2010/main" val="4337883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87359-A0E0-2652-3E88-6B71716D6F0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B5D1B94-B46C-2E21-F03A-94E9FF94C70E}"/>
              </a:ext>
            </a:extLst>
          </p:cNvPr>
          <p:cNvSpPr>
            <a:spLocks noGrp="1"/>
          </p:cNvSpPr>
          <p:nvPr>
            <p:ph type="subTitle" idx="1"/>
          </p:nvPr>
        </p:nvSpPr>
        <p:spPr>
          <a:xfrm>
            <a:off x="1562100" y="2133600"/>
            <a:ext cx="9070848" cy="3005663"/>
          </a:xfrm>
        </p:spPr>
        <p:txBody>
          <a:bodyPr/>
          <a:lstStyle/>
          <a:p>
            <a:endParaRPr lang="en-IN" dirty="0"/>
          </a:p>
        </p:txBody>
      </p:sp>
      <p:pic>
        <p:nvPicPr>
          <p:cNvPr id="5" name="Picture 4">
            <a:extLst>
              <a:ext uri="{FF2B5EF4-FFF2-40B4-BE49-F238E27FC236}">
                <a16:creationId xmlns:a16="http://schemas.microsoft.com/office/drawing/2014/main" id="{5E1811DE-3F86-4922-C1EF-23BC36E3F047}"/>
              </a:ext>
            </a:extLst>
          </p:cNvPr>
          <p:cNvPicPr>
            <a:picLocks noChangeAspect="1"/>
          </p:cNvPicPr>
          <p:nvPr/>
        </p:nvPicPr>
        <p:blipFill>
          <a:blip r:embed="rId2"/>
          <a:stretch>
            <a:fillRect/>
          </a:stretch>
        </p:blipFill>
        <p:spPr>
          <a:xfrm>
            <a:off x="3238500" y="1519237"/>
            <a:ext cx="5715000" cy="3819525"/>
          </a:xfrm>
          <a:prstGeom prst="rect">
            <a:avLst/>
          </a:prstGeom>
        </p:spPr>
      </p:pic>
    </p:spTree>
    <p:extLst>
      <p:ext uri="{BB962C8B-B14F-4D97-AF65-F5344CB8AC3E}">
        <p14:creationId xmlns:p14="http://schemas.microsoft.com/office/powerpoint/2010/main" val="28108107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78E537F-24F0-2541-A80F-C0E04451B784}"/>
              </a:ext>
            </a:extLst>
          </p:cNvPr>
          <p:cNvSpPr>
            <a:spLocks noGrp="1"/>
          </p:cNvSpPr>
          <p:nvPr>
            <p:ph type="subTitle" idx="1"/>
          </p:nvPr>
        </p:nvSpPr>
        <p:spPr>
          <a:xfrm>
            <a:off x="1473609" y="2064774"/>
            <a:ext cx="9070848" cy="3231805"/>
          </a:xfrm>
        </p:spPr>
        <p:txBody>
          <a:bodyPr/>
          <a:lstStyle/>
          <a:p>
            <a:endParaRPr lang="en-US" b="1" dirty="0"/>
          </a:p>
          <a:p>
            <a:endParaRPr lang="en-US" b="1" dirty="0"/>
          </a:p>
          <a:p>
            <a:endParaRPr lang="en-US" b="1" dirty="0"/>
          </a:p>
          <a:p>
            <a:endParaRPr lang="en-US" b="1" dirty="0"/>
          </a:p>
          <a:p>
            <a:r>
              <a:rPr lang="en-US" b="1" dirty="0"/>
              <a:t>ANSWER</a:t>
            </a:r>
          </a:p>
          <a:p>
            <a:r>
              <a:rPr lang="en-US" b="1" dirty="0" err="1"/>
              <a:t>Kilikiti</a:t>
            </a:r>
            <a:endParaRPr lang="en-IN" b="1" dirty="0"/>
          </a:p>
        </p:txBody>
      </p:sp>
    </p:spTree>
    <p:extLst>
      <p:ext uri="{BB962C8B-B14F-4D97-AF65-F5344CB8AC3E}">
        <p14:creationId xmlns:p14="http://schemas.microsoft.com/office/powerpoint/2010/main" val="20359634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0FC000B-8129-4CE8-690C-B272A7865377}"/>
              </a:ext>
            </a:extLst>
          </p:cNvPr>
          <p:cNvSpPr>
            <a:spLocks noGrp="1"/>
          </p:cNvSpPr>
          <p:nvPr>
            <p:ph type="subTitle" idx="1"/>
          </p:nvPr>
        </p:nvSpPr>
        <p:spPr>
          <a:xfrm>
            <a:off x="1560576" y="2035278"/>
            <a:ext cx="9070848" cy="3103986"/>
          </a:xfrm>
        </p:spPr>
        <p:txBody>
          <a:bodyPr/>
          <a:lstStyle/>
          <a:p>
            <a:endParaRPr lang="en-US" dirty="0"/>
          </a:p>
          <a:p>
            <a:pPr algn="r"/>
            <a:r>
              <a:rPr lang="en-IN" b="1" dirty="0"/>
              <a:t> 9.</a:t>
            </a:r>
            <a:r>
              <a:rPr lang="en-US" b="1" dirty="0"/>
              <a:t>A new NASA study suggests that the amount of X element and strength of the which field have been correlated for more than half a billion years.</a:t>
            </a:r>
          </a:p>
          <a:p>
            <a:pPr algn="r"/>
            <a:r>
              <a:rPr lang="en-US" b="1" dirty="0"/>
              <a:t>What is X and Y?</a:t>
            </a:r>
          </a:p>
          <a:p>
            <a:pPr algn="r"/>
            <a:r>
              <a:rPr lang="en-IN" dirty="0"/>
              <a:t> </a:t>
            </a:r>
          </a:p>
        </p:txBody>
      </p:sp>
      <p:pic>
        <p:nvPicPr>
          <p:cNvPr id="5" name="Picture 4">
            <a:extLst>
              <a:ext uri="{FF2B5EF4-FFF2-40B4-BE49-F238E27FC236}">
                <a16:creationId xmlns:a16="http://schemas.microsoft.com/office/drawing/2014/main" id="{FE0DBFE7-7B60-6DD2-1E84-92FC43A26EB1}"/>
              </a:ext>
            </a:extLst>
          </p:cNvPr>
          <p:cNvPicPr>
            <a:picLocks noChangeAspect="1"/>
          </p:cNvPicPr>
          <p:nvPr/>
        </p:nvPicPr>
        <p:blipFill>
          <a:blip r:embed="rId2"/>
          <a:stretch>
            <a:fillRect/>
          </a:stretch>
        </p:blipFill>
        <p:spPr>
          <a:xfrm>
            <a:off x="1560576" y="2851355"/>
            <a:ext cx="3863463" cy="2172125"/>
          </a:xfrm>
          <a:prstGeom prst="rect">
            <a:avLst/>
          </a:prstGeom>
        </p:spPr>
      </p:pic>
    </p:spTree>
    <p:extLst>
      <p:ext uri="{BB962C8B-B14F-4D97-AF65-F5344CB8AC3E}">
        <p14:creationId xmlns:p14="http://schemas.microsoft.com/office/powerpoint/2010/main" val="12296797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6A0C2-3435-3AB1-A25A-6DBDF6C3CF2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8CF6943-EA83-5275-CDD0-691367CBAA30}"/>
              </a:ext>
            </a:extLst>
          </p:cNvPr>
          <p:cNvSpPr>
            <a:spLocks noGrp="1"/>
          </p:cNvSpPr>
          <p:nvPr>
            <p:ph type="subTitle" idx="1"/>
          </p:nvPr>
        </p:nvSpPr>
        <p:spPr>
          <a:xfrm>
            <a:off x="1562100" y="2133600"/>
            <a:ext cx="9070848" cy="3005663"/>
          </a:xfrm>
        </p:spPr>
        <p:txBody>
          <a:bodyPr/>
          <a:lstStyle/>
          <a:p>
            <a:endParaRPr lang="en-IN" dirty="0"/>
          </a:p>
        </p:txBody>
      </p:sp>
      <p:pic>
        <p:nvPicPr>
          <p:cNvPr id="5" name="Picture 4">
            <a:extLst>
              <a:ext uri="{FF2B5EF4-FFF2-40B4-BE49-F238E27FC236}">
                <a16:creationId xmlns:a16="http://schemas.microsoft.com/office/drawing/2014/main" id="{2479B98B-80CD-52C2-81F9-8E8459C8D750}"/>
              </a:ext>
            </a:extLst>
          </p:cNvPr>
          <p:cNvPicPr>
            <a:picLocks noChangeAspect="1"/>
          </p:cNvPicPr>
          <p:nvPr/>
        </p:nvPicPr>
        <p:blipFill>
          <a:blip r:embed="rId2"/>
          <a:stretch>
            <a:fillRect/>
          </a:stretch>
        </p:blipFill>
        <p:spPr>
          <a:xfrm>
            <a:off x="3238500" y="1519237"/>
            <a:ext cx="5715000" cy="3819525"/>
          </a:xfrm>
          <a:prstGeom prst="rect">
            <a:avLst/>
          </a:prstGeom>
        </p:spPr>
      </p:pic>
    </p:spTree>
    <p:extLst>
      <p:ext uri="{BB962C8B-B14F-4D97-AF65-F5344CB8AC3E}">
        <p14:creationId xmlns:p14="http://schemas.microsoft.com/office/powerpoint/2010/main" val="637385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289A00F-0011-21C7-E5E7-0EAB0EFDC47E}"/>
              </a:ext>
            </a:extLst>
          </p:cNvPr>
          <p:cNvSpPr>
            <a:spLocks noGrp="1"/>
          </p:cNvSpPr>
          <p:nvPr>
            <p:ph type="subTitle" idx="1"/>
          </p:nvPr>
        </p:nvSpPr>
        <p:spPr>
          <a:xfrm>
            <a:off x="1562100" y="2054942"/>
            <a:ext cx="9070848" cy="3084321"/>
          </a:xfrm>
        </p:spPr>
        <p:txBody>
          <a:bodyPr/>
          <a:lstStyle/>
          <a:p>
            <a:endParaRPr lang="en-US" dirty="0"/>
          </a:p>
          <a:p>
            <a:endParaRPr lang="en-US" dirty="0"/>
          </a:p>
          <a:p>
            <a:endParaRPr lang="en-US" dirty="0"/>
          </a:p>
          <a:p>
            <a:endParaRPr lang="en-US" dirty="0"/>
          </a:p>
          <a:p>
            <a:r>
              <a:rPr lang="en-US" b="1" dirty="0"/>
              <a:t>ANSWER</a:t>
            </a:r>
          </a:p>
          <a:p>
            <a:r>
              <a:rPr lang="en-US" b="1" dirty="0"/>
              <a:t>The solar wind flows around Earth's magnetic field. A new NASA study suggests that the amount of oxygen in the atmosphere and strength of the magnetic field have been correlated for more than half a billion years.</a:t>
            </a:r>
          </a:p>
          <a:p>
            <a:endParaRPr lang="en-US" dirty="0"/>
          </a:p>
          <a:p>
            <a:endParaRPr lang="en-IN" dirty="0"/>
          </a:p>
        </p:txBody>
      </p:sp>
    </p:spTree>
    <p:extLst>
      <p:ext uri="{BB962C8B-B14F-4D97-AF65-F5344CB8AC3E}">
        <p14:creationId xmlns:p14="http://schemas.microsoft.com/office/powerpoint/2010/main" val="3236009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87213EB-C13E-82CA-68E4-4255C78E09E1}"/>
              </a:ext>
            </a:extLst>
          </p:cNvPr>
          <p:cNvSpPr>
            <a:spLocks noGrp="1"/>
          </p:cNvSpPr>
          <p:nvPr>
            <p:ph type="subTitle" idx="1"/>
          </p:nvPr>
        </p:nvSpPr>
        <p:spPr>
          <a:xfrm>
            <a:off x="1562100" y="2015613"/>
            <a:ext cx="9068192" cy="3123651"/>
          </a:xfrm>
        </p:spPr>
        <p:txBody>
          <a:bodyPr/>
          <a:lstStyle/>
          <a:p>
            <a:r>
              <a:rPr lang="en-US" b="1" dirty="0"/>
              <a:t>10. Born on 19 August 1950,X is an Indian educator, author, and philanthropist, and the Founder-Chairperson of the Infosys Foundation. She is known for her extensive social work in education, healthcare, rural development, and orphan care, and for her contributions to literature in Kannada and English. The Global Indian Award,[which is worth $50, 000, is given each year to a prominent Indian who has made a major mark in his or her chosen field also Her husband too got the same award in 2014, so they became first couple conferred with this award. She donated the sum to the Field Institute. A novel originally authored by her in Kannada and later translated into English, was adapted as a televised dramatic series by Zee TV in 2001.Identify X and novel name.</a:t>
            </a:r>
            <a:endParaRPr lang="en-IN" b="1" dirty="0"/>
          </a:p>
        </p:txBody>
      </p:sp>
    </p:spTree>
    <p:extLst>
      <p:ext uri="{BB962C8B-B14F-4D97-AF65-F5344CB8AC3E}">
        <p14:creationId xmlns:p14="http://schemas.microsoft.com/office/powerpoint/2010/main" val="42098230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CEDE7-C577-99FC-807F-2B8672DCD96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1810DD7-0A5D-EF2B-B8CE-D8457296DCE3}"/>
              </a:ext>
            </a:extLst>
          </p:cNvPr>
          <p:cNvSpPr>
            <a:spLocks noGrp="1"/>
          </p:cNvSpPr>
          <p:nvPr>
            <p:ph type="subTitle" idx="1"/>
          </p:nvPr>
        </p:nvSpPr>
        <p:spPr>
          <a:xfrm>
            <a:off x="1562100" y="2133600"/>
            <a:ext cx="9070848" cy="3005663"/>
          </a:xfrm>
        </p:spPr>
        <p:txBody>
          <a:bodyPr/>
          <a:lstStyle/>
          <a:p>
            <a:endParaRPr lang="en-IN" dirty="0"/>
          </a:p>
        </p:txBody>
      </p:sp>
      <p:pic>
        <p:nvPicPr>
          <p:cNvPr id="5" name="Picture 4">
            <a:extLst>
              <a:ext uri="{FF2B5EF4-FFF2-40B4-BE49-F238E27FC236}">
                <a16:creationId xmlns:a16="http://schemas.microsoft.com/office/drawing/2014/main" id="{F4A41942-724A-491F-C567-824BDF8A109F}"/>
              </a:ext>
            </a:extLst>
          </p:cNvPr>
          <p:cNvPicPr>
            <a:picLocks noChangeAspect="1"/>
          </p:cNvPicPr>
          <p:nvPr/>
        </p:nvPicPr>
        <p:blipFill>
          <a:blip r:embed="rId2"/>
          <a:stretch>
            <a:fillRect/>
          </a:stretch>
        </p:blipFill>
        <p:spPr>
          <a:xfrm>
            <a:off x="3238500" y="1519237"/>
            <a:ext cx="5715000" cy="3819525"/>
          </a:xfrm>
          <a:prstGeom prst="rect">
            <a:avLst/>
          </a:prstGeom>
        </p:spPr>
      </p:pic>
    </p:spTree>
    <p:extLst>
      <p:ext uri="{BB962C8B-B14F-4D97-AF65-F5344CB8AC3E}">
        <p14:creationId xmlns:p14="http://schemas.microsoft.com/office/powerpoint/2010/main" val="18482255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1DEE64E-28A3-239E-7172-B6E9C017FD3D}"/>
              </a:ext>
            </a:extLst>
          </p:cNvPr>
          <p:cNvSpPr>
            <a:spLocks noGrp="1"/>
          </p:cNvSpPr>
          <p:nvPr>
            <p:ph type="subTitle" idx="1"/>
          </p:nvPr>
        </p:nvSpPr>
        <p:spPr>
          <a:xfrm>
            <a:off x="1562100" y="2045110"/>
            <a:ext cx="9070848" cy="3094153"/>
          </a:xfrm>
        </p:spPr>
        <p:txBody>
          <a:bodyPr/>
          <a:lstStyle/>
          <a:p>
            <a:endParaRPr lang="en-IN" b="1" dirty="0"/>
          </a:p>
          <a:p>
            <a:endParaRPr lang="en-IN" b="1" dirty="0"/>
          </a:p>
          <a:p>
            <a:endParaRPr lang="en-IN" b="1" dirty="0"/>
          </a:p>
          <a:p>
            <a:r>
              <a:rPr lang="en-IN" b="1" dirty="0"/>
              <a:t>ANSWER</a:t>
            </a:r>
          </a:p>
          <a:p>
            <a:r>
              <a:rPr lang="en-IN" b="1" dirty="0"/>
              <a:t>X- Sudha Murty</a:t>
            </a:r>
          </a:p>
          <a:p>
            <a:r>
              <a:rPr lang="en-IN" b="1" dirty="0"/>
              <a:t>Novel-Dollar Bahu</a:t>
            </a:r>
          </a:p>
        </p:txBody>
      </p:sp>
    </p:spTree>
    <p:extLst>
      <p:ext uri="{BB962C8B-B14F-4D97-AF65-F5344CB8AC3E}">
        <p14:creationId xmlns:p14="http://schemas.microsoft.com/office/powerpoint/2010/main" val="18578792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52542E1E-BF7D-B9A5-3411-E5B0BD790964}"/>
              </a:ext>
            </a:extLst>
          </p:cNvPr>
          <p:cNvSpPr>
            <a:spLocks noGrp="1" noChangeArrowheads="1"/>
          </p:cNvSpPr>
          <p:nvPr>
            <p:ph type="subTitle" idx="1"/>
          </p:nvPr>
        </p:nvSpPr>
        <p:spPr bwMode="auto">
          <a:xfrm>
            <a:off x="1562100" y="2041902"/>
            <a:ext cx="9070975"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11</a:t>
            </a:r>
            <a:r>
              <a:rPr kumimoji="0" lang="en-US" altLang="en-US" sz="1800" b="0" i="0" u="none" strike="noStrike" cap="none" normalizeH="0" baseline="0" dirty="0">
                <a:ln>
                  <a:noFill/>
                </a:ln>
                <a:solidFill>
                  <a:schemeClr val="tx1"/>
                </a:solidFill>
                <a:effectLst/>
                <a:latin typeface="Arial" panose="020B0604020202020204" pitchFamily="34" charset="0"/>
              </a:rPr>
              <a:t>.</a:t>
            </a:r>
            <a:r>
              <a:rPr kumimoji="0" lang="en-US" altLang="en-US" sz="1800" b="1" i="0" u="none" strike="noStrike" cap="none" normalizeH="0" baseline="0" dirty="0">
                <a:ln>
                  <a:noFill/>
                </a:ln>
                <a:solidFill>
                  <a:schemeClr val="tx1"/>
                </a:solidFill>
                <a:effectLst/>
                <a:latin typeface="Arial" panose="020B0604020202020204" pitchFamily="34" charset="0"/>
              </a:rPr>
              <a:t>According to the </a:t>
            </a:r>
            <a:r>
              <a:rPr kumimoji="0" lang="en-US" altLang="en-US" sz="1800" b="1" i="1" u="none" strike="noStrike" cap="none" normalizeH="0" baseline="0" dirty="0">
                <a:ln>
                  <a:noFill/>
                </a:ln>
                <a:solidFill>
                  <a:schemeClr val="tx1"/>
                </a:solidFill>
                <a:effectLst/>
                <a:latin typeface="Arial" panose="020B0604020202020204" pitchFamily="34" charset="0"/>
              </a:rPr>
              <a:t>Avanti Khanda of the Skanda Purana</a:t>
            </a:r>
            <a:r>
              <a:rPr kumimoji="0" lang="en-US" altLang="en-US" sz="1800" b="1" i="0" u="none" strike="noStrike" cap="none" normalizeH="0" baseline="0" dirty="0">
                <a:ln>
                  <a:noFill/>
                </a:ln>
                <a:solidFill>
                  <a:schemeClr val="tx1"/>
                </a:solidFill>
                <a:effectLst/>
                <a:latin typeface="Arial" panose="020B0604020202020204" pitchFamily="34" charset="0"/>
              </a:rPr>
              <a:t>, which powerful deity is revered in Ujjain and uniquely receives liquor as part of ritual offerings? This deity is traditionally regarded as the guardian deity of Ujjain and is honored as the city’s Senapati (Commander-in-Chief or Chief General). The deity’s image is not a conventional idol but a rock face smeared with </a:t>
            </a:r>
            <a:r>
              <a:rPr kumimoji="0" lang="en-US" altLang="en-US" sz="1800" b="1" i="0" u="none" strike="noStrike" cap="none" normalizeH="0" baseline="0" dirty="0" err="1">
                <a:ln>
                  <a:noFill/>
                </a:ln>
                <a:solidFill>
                  <a:schemeClr val="tx1"/>
                </a:solidFill>
                <a:effectLst/>
                <a:latin typeface="Arial" panose="020B0604020202020204" pitchFamily="34" charset="0"/>
              </a:rPr>
              <a:t>kumkuma</a:t>
            </a:r>
            <a:r>
              <a:rPr kumimoji="0" lang="en-US" altLang="en-US" sz="1800" b="1" i="0" u="none" strike="noStrike" cap="none" normalizeH="0" baseline="0" dirty="0">
                <a:ln>
                  <a:noFill/>
                </a:ln>
                <a:solidFill>
                  <a:schemeClr val="tx1"/>
                </a:solidFill>
                <a:effectLst/>
                <a:latin typeface="Arial" panose="020B0604020202020204" pitchFamily="34" charset="0"/>
              </a:rPr>
              <a:t> (vermilion), crowned with a silver head and adorned with a distinctive Maratha-style pagri, a custom believed to date back to the era of </a:t>
            </a:r>
            <a:r>
              <a:rPr kumimoji="0" lang="en-US" altLang="en-US" sz="1800" b="1" i="0" u="none" strike="noStrike" cap="none" normalizeH="0" baseline="0" dirty="0" err="1">
                <a:ln>
                  <a:noFill/>
                </a:ln>
                <a:solidFill>
                  <a:schemeClr val="tx1"/>
                </a:solidFill>
                <a:effectLst/>
                <a:latin typeface="Arial" panose="020B0604020202020204" pitchFamily="34" charset="0"/>
              </a:rPr>
              <a:t>Mahadaji</a:t>
            </a:r>
            <a:r>
              <a:rPr kumimoji="0" lang="en-US" altLang="en-US" sz="1800" b="1" i="0" u="none" strike="noStrike" cap="none" normalizeH="0" baseline="0" dirty="0">
                <a:ln>
                  <a:noFill/>
                </a:ln>
                <a:solidFill>
                  <a:schemeClr val="tx1"/>
                </a:solidFill>
                <a:effectLst/>
                <a:latin typeface="Arial" panose="020B0604020202020204" pitchFamily="34" charset="0"/>
              </a:rPr>
              <a:t> Shinde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Identify the deity.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556459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C6AE9-1535-C09E-4E42-29D0D8472F0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5DA679F-4F22-627F-21E4-5DBD64204B39}"/>
              </a:ext>
            </a:extLst>
          </p:cNvPr>
          <p:cNvSpPr>
            <a:spLocks noGrp="1"/>
          </p:cNvSpPr>
          <p:nvPr>
            <p:ph type="subTitle" idx="1"/>
          </p:nvPr>
        </p:nvSpPr>
        <p:spPr>
          <a:xfrm>
            <a:off x="1562100" y="2133600"/>
            <a:ext cx="9070848" cy="3005663"/>
          </a:xfrm>
        </p:spPr>
        <p:txBody>
          <a:bodyPr/>
          <a:lstStyle/>
          <a:p>
            <a:endParaRPr lang="en-IN" dirty="0"/>
          </a:p>
        </p:txBody>
      </p:sp>
      <p:pic>
        <p:nvPicPr>
          <p:cNvPr id="5" name="Picture 4">
            <a:extLst>
              <a:ext uri="{FF2B5EF4-FFF2-40B4-BE49-F238E27FC236}">
                <a16:creationId xmlns:a16="http://schemas.microsoft.com/office/drawing/2014/main" id="{A3D54365-89B4-7505-A352-1E9D1323047F}"/>
              </a:ext>
            </a:extLst>
          </p:cNvPr>
          <p:cNvPicPr>
            <a:picLocks noChangeAspect="1"/>
          </p:cNvPicPr>
          <p:nvPr/>
        </p:nvPicPr>
        <p:blipFill>
          <a:blip r:embed="rId2"/>
          <a:stretch>
            <a:fillRect/>
          </a:stretch>
        </p:blipFill>
        <p:spPr>
          <a:xfrm>
            <a:off x="3238500" y="1519237"/>
            <a:ext cx="5715000" cy="3819525"/>
          </a:xfrm>
          <a:prstGeom prst="rect">
            <a:avLst/>
          </a:prstGeom>
        </p:spPr>
      </p:pic>
    </p:spTree>
    <p:extLst>
      <p:ext uri="{BB962C8B-B14F-4D97-AF65-F5344CB8AC3E}">
        <p14:creationId xmlns:p14="http://schemas.microsoft.com/office/powerpoint/2010/main" val="27953864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BB6AD56-5076-E0C0-DD53-567CFB1712B4}"/>
              </a:ext>
            </a:extLst>
          </p:cNvPr>
          <p:cNvSpPr>
            <a:spLocks noGrp="1"/>
          </p:cNvSpPr>
          <p:nvPr>
            <p:ph type="subTitle" idx="1"/>
          </p:nvPr>
        </p:nvSpPr>
        <p:spPr>
          <a:xfrm>
            <a:off x="1562100" y="2074606"/>
            <a:ext cx="9070848" cy="3064657"/>
          </a:xfrm>
        </p:spPr>
        <p:txBody>
          <a:bodyPr/>
          <a:lstStyle/>
          <a:p>
            <a:endParaRPr lang="en-IN" b="1" dirty="0"/>
          </a:p>
          <a:p>
            <a:endParaRPr lang="en-IN" b="1" dirty="0"/>
          </a:p>
          <a:p>
            <a:endParaRPr lang="en-IN" b="1" dirty="0"/>
          </a:p>
          <a:p>
            <a:endParaRPr lang="en-IN" b="1" dirty="0"/>
          </a:p>
          <a:p>
            <a:r>
              <a:rPr lang="en-IN" b="1" dirty="0"/>
              <a:t>ANSWER</a:t>
            </a:r>
          </a:p>
          <a:p>
            <a:r>
              <a:rPr lang="en-IN" b="1" dirty="0"/>
              <a:t>Kaal Bhairab</a:t>
            </a:r>
          </a:p>
        </p:txBody>
      </p:sp>
    </p:spTree>
    <p:extLst>
      <p:ext uri="{BB962C8B-B14F-4D97-AF65-F5344CB8AC3E}">
        <p14:creationId xmlns:p14="http://schemas.microsoft.com/office/powerpoint/2010/main" val="36120737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0CEEAE7-A346-8D3F-DFE0-33BF34B91B68}"/>
              </a:ext>
            </a:extLst>
          </p:cNvPr>
          <p:cNvSpPr>
            <a:spLocks noGrp="1"/>
          </p:cNvSpPr>
          <p:nvPr>
            <p:ph type="subTitle" idx="1"/>
          </p:nvPr>
        </p:nvSpPr>
        <p:spPr>
          <a:xfrm>
            <a:off x="1560576" y="2025445"/>
            <a:ext cx="9070848" cy="2985999"/>
          </a:xfrm>
        </p:spPr>
        <p:txBody>
          <a:bodyPr/>
          <a:lstStyle/>
          <a:p>
            <a:r>
              <a:rPr lang="en-US" dirty="0"/>
              <a:t>                                    </a:t>
            </a:r>
            <a:r>
              <a:rPr lang="en-US" b="1" dirty="0"/>
              <a:t>12. In 2021, deforestation of the rainforest increased by 5%.</a:t>
            </a:r>
          </a:p>
          <a:p>
            <a:pPr algn="r"/>
            <a:r>
              <a:rPr lang="en-US" b="1" dirty="0"/>
              <a:t>The rainforests have 1,000 native species of birds like the grey parrot, brown nightjar and the bat hawk, and 700 species of fish like the Nile tilapia, Nile perch and the giraffe catfish. In this region (shown in figure),there is a rainforest situated which having 6 ecoregions.</a:t>
            </a:r>
          </a:p>
          <a:p>
            <a:pPr algn="r"/>
            <a:r>
              <a:rPr lang="en-US" b="1" dirty="0"/>
              <a:t>Identify the rainforest. </a:t>
            </a:r>
          </a:p>
          <a:p>
            <a:pPr algn="r"/>
            <a:endParaRPr lang="en-IN" dirty="0"/>
          </a:p>
        </p:txBody>
      </p:sp>
      <p:pic>
        <p:nvPicPr>
          <p:cNvPr id="5" name="Picture 4">
            <a:extLst>
              <a:ext uri="{FF2B5EF4-FFF2-40B4-BE49-F238E27FC236}">
                <a16:creationId xmlns:a16="http://schemas.microsoft.com/office/drawing/2014/main" id="{0AFAAE9D-500E-E13B-1351-E2ED4E9DDC0C}"/>
              </a:ext>
            </a:extLst>
          </p:cNvPr>
          <p:cNvPicPr>
            <a:picLocks noChangeAspect="1"/>
          </p:cNvPicPr>
          <p:nvPr/>
        </p:nvPicPr>
        <p:blipFill>
          <a:blip r:embed="rId2"/>
          <a:stretch>
            <a:fillRect/>
          </a:stretch>
        </p:blipFill>
        <p:spPr>
          <a:xfrm>
            <a:off x="1474838" y="3109181"/>
            <a:ext cx="3799710" cy="2278896"/>
          </a:xfrm>
          <a:prstGeom prst="rect">
            <a:avLst/>
          </a:prstGeom>
        </p:spPr>
      </p:pic>
    </p:spTree>
    <p:extLst>
      <p:ext uri="{BB962C8B-B14F-4D97-AF65-F5344CB8AC3E}">
        <p14:creationId xmlns:p14="http://schemas.microsoft.com/office/powerpoint/2010/main" val="41715524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3A81F-7131-E476-B183-9F07BDAD1CE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7F2C2AF-F95A-3AF0-B09A-21A74C223B50}"/>
              </a:ext>
            </a:extLst>
          </p:cNvPr>
          <p:cNvSpPr>
            <a:spLocks noGrp="1"/>
          </p:cNvSpPr>
          <p:nvPr>
            <p:ph type="subTitle" idx="1"/>
          </p:nvPr>
        </p:nvSpPr>
        <p:spPr>
          <a:xfrm>
            <a:off x="1562100" y="2133600"/>
            <a:ext cx="9070848" cy="3005663"/>
          </a:xfrm>
        </p:spPr>
        <p:txBody>
          <a:bodyPr/>
          <a:lstStyle/>
          <a:p>
            <a:endParaRPr lang="en-IN" dirty="0"/>
          </a:p>
        </p:txBody>
      </p:sp>
      <p:pic>
        <p:nvPicPr>
          <p:cNvPr id="5" name="Picture 4">
            <a:extLst>
              <a:ext uri="{FF2B5EF4-FFF2-40B4-BE49-F238E27FC236}">
                <a16:creationId xmlns:a16="http://schemas.microsoft.com/office/drawing/2014/main" id="{D1B3ADC6-8ADF-EA76-411E-AA8EAF7A2826}"/>
              </a:ext>
            </a:extLst>
          </p:cNvPr>
          <p:cNvPicPr>
            <a:picLocks noChangeAspect="1"/>
          </p:cNvPicPr>
          <p:nvPr/>
        </p:nvPicPr>
        <p:blipFill>
          <a:blip r:embed="rId2"/>
          <a:stretch>
            <a:fillRect/>
          </a:stretch>
        </p:blipFill>
        <p:spPr>
          <a:xfrm>
            <a:off x="3238500" y="1519237"/>
            <a:ext cx="5715000" cy="3819525"/>
          </a:xfrm>
          <a:prstGeom prst="rect">
            <a:avLst/>
          </a:prstGeom>
        </p:spPr>
      </p:pic>
    </p:spTree>
    <p:extLst>
      <p:ext uri="{BB962C8B-B14F-4D97-AF65-F5344CB8AC3E}">
        <p14:creationId xmlns:p14="http://schemas.microsoft.com/office/powerpoint/2010/main" val="39480762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6794B8D-B03B-636E-03E4-78BD3E79021B}"/>
              </a:ext>
            </a:extLst>
          </p:cNvPr>
          <p:cNvSpPr>
            <a:spLocks noGrp="1"/>
          </p:cNvSpPr>
          <p:nvPr>
            <p:ph type="subTitle" idx="1"/>
          </p:nvPr>
        </p:nvSpPr>
        <p:spPr>
          <a:xfrm>
            <a:off x="1562100" y="2094272"/>
            <a:ext cx="9070848" cy="3044992"/>
          </a:xfrm>
        </p:spPr>
        <p:txBody>
          <a:bodyPr/>
          <a:lstStyle/>
          <a:p>
            <a:endParaRPr lang="en-US" b="1" dirty="0"/>
          </a:p>
          <a:p>
            <a:endParaRPr lang="en-US" b="1" dirty="0"/>
          </a:p>
          <a:p>
            <a:endParaRPr lang="en-US" b="1" dirty="0"/>
          </a:p>
          <a:p>
            <a:endParaRPr lang="en-US" b="1" dirty="0"/>
          </a:p>
          <a:p>
            <a:r>
              <a:rPr lang="en-US" b="1" dirty="0"/>
              <a:t>ANSWER</a:t>
            </a:r>
          </a:p>
          <a:p>
            <a:r>
              <a:rPr lang="en-US" b="1" dirty="0"/>
              <a:t>Congo Rainforest</a:t>
            </a:r>
            <a:endParaRPr lang="en-IN" b="1" dirty="0"/>
          </a:p>
        </p:txBody>
      </p:sp>
    </p:spTree>
    <p:extLst>
      <p:ext uri="{BB962C8B-B14F-4D97-AF65-F5344CB8AC3E}">
        <p14:creationId xmlns:p14="http://schemas.microsoft.com/office/powerpoint/2010/main" val="10566884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9435B58-23F3-3BCD-0141-FD99299F8682}"/>
              </a:ext>
            </a:extLst>
          </p:cNvPr>
          <p:cNvSpPr>
            <a:spLocks noGrp="1"/>
          </p:cNvSpPr>
          <p:nvPr>
            <p:ph type="subTitle" idx="1"/>
          </p:nvPr>
        </p:nvSpPr>
        <p:spPr>
          <a:xfrm>
            <a:off x="1560576" y="2202426"/>
            <a:ext cx="9070848" cy="3084321"/>
          </a:xfrm>
        </p:spPr>
        <p:txBody>
          <a:bodyPr/>
          <a:lstStyle/>
          <a:p>
            <a:r>
              <a:rPr lang="en-US" b="1" dirty="0"/>
              <a:t>13.</a:t>
            </a:r>
            <a:r>
              <a:rPr lang="en-US" dirty="0"/>
              <a:t> </a:t>
            </a:r>
            <a:r>
              <a:rPr lang="en-US" b="1" dirty="0"/>
              <a:t>X is a Eco-sensitive Zone from both a ecological and environmental point of view and to prohibit industries or class of industries and their operations and processes in the said Eco-sensitive zone. Bounded by the Hirakud reservoir on the east and north, the sanctuary supports both terrestrial and aquatic biodiversity, attracts migratory waterfowl in winter, and is home to 250+ plant species, many with ethno-botanical and medicinal </a:t>
            </a:r>
            <a:r>
              <a:rPr lang="en-US" b="1" dirty="0" err="1"/>
              <a:t>value.It</a:t>
            </a:r>
            <a:r>
              <a:rPr lang="en-US" b="1" dirty="0"/>
              <a:t> is rich in biodiversity, hosting over 40 mammal species, 200 birds, along with reptiles, amphibians, fishes, butterflies, </a:t>
            </a:r>
            <a:r>
              <a:rPr lang="en-US" b="1" dirty="0" err="1"/>
              <a:t>odonates</a:t>
            </a:r>
            <a:r>
              <a:rPr lang="en-US" b="1" dirty="0"/>
              <a:t>, and spiders. It is home to animals such as cheetal, sambar, wild boar, gaur, </a:t>
            </a:r>
            <a:r>
              <a:rPr lang="en-US" b="1" dirty="0" err="1"/>
              <a:t>chowsingha</a:t>
            </a:r>
            <a:r>
              <a:rPr lang="en-US" b="1" dirty="0"/>
              <a:t>, peacock, langur, sloth bear, leopard, and Indian wild dog.</a:t>
            </a:r>
          </a:p>
          <a:p>
            <a:r>
              <a:rPr lang="en-US" b="1" dirty="0"/>
              <a:t>Identify X.</a:t>
            </a:r>
          </a:p>
          <a:p>
            <a:endParaRPr lang="en-IN" dirty="0"/>
          </a:p>
        </p:txBody>
      </p:sp>
    </p:spTree>
    <p:extLst>
      <p:ext uri="{BB962C8B-B14F-4D97-AF65-F5344CB8AC3E}">
        <p14:creationId xmlns:p14="http://schemas.microsoft.com/office/powerpoint/2010/main" val="23374998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7A645-A157-2EF3-0464-904A9BF60A2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5155201-2F1D-DBA9-99C1-5003AD65CBE2}"/>
              </a:ext>
            </a:extLst>
          </p:cNvPr>
          <p:cNvSpPr>
            <a:spLocks noGrp="1"/>
          </p:cNvSpPr>
          <p:nvPr>
            <p:ph type="subTitle" idx="1"/>
          </p:nvPr>
        </p:nvSpPr>
        <p:spPr>
          <a:xfrm>
            <a:off x="1562100" y="2133600"/>
            <a:ext cx="9070848" cy="3005663"/>
          </a:xfrm>
        </p:spPr>
        <p:txBody>
          <a:bodyPr/>
          <a:lstStyle/>
          <a:p>
            <a:endParaRPr lang="en-IN" dirty="0"/>
          </a:p>
        </p:txBody>
      </p:sp>
      <p:pic>
        <p:nvPicPr>
          <p:cNvPr id="5" name="Picture 4">
            <a:extLst>
              <a:ext uri="{FF2B5EF4-FFF2-40B4-BE49-F238E27FC236}">
                <a16:creationId xmlns:a16="http://schemas.microsoft.com/office/drawing/2014/main" id="{7391A5C3-91DE-0426-C73E-4C78A6C1BF52}"/>
              </a:ext>
            </a:extLst>
          </p:cNvPr>
          <p:cNvPicPr>
            <a:picLocks noChangeAspect="1"/>
          </p:cNvPicPr>
          <p:nvPr/>
        </p:nvPicPr>
        <p:blipFill>
          <a:blip r:embed="rId2"/>
          <a:stretch>
            <a:fillRect/>
          </a:stretch>
        </p:blipFill>
        <p:spPr>
          <a:xfrm>
            <a:off x="3238500" y="1519237"/>
            <a:ext cx="5715000" cy="3819525"/>
          </a:xfrm>
          <a:prstGeom prst="rect">
            <a:avLst/>
          </a:prstGeom>
        </p:spPr>
      </p:pic>
    </p:spTree>
    <p:extLst>
      <p:ext uri="{BB962C8B-B14F-4D97-AF65-F5344CB8AC3E}">
        <p14:creationId xmlns:p14="http://schemas.microsoft.com/office/powerpoint/2010/main" val="23760322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70CF5ED-5CB5-7113-4C4C-30BF8051B3A5}"/>
              </a:ext>
            </a:extLst>
          </p:cNvPr>
          <p:cNvSpPr>
            <a:spLocks noGrp="1"/>
          </p:cNvSpPr>
          <p:nvPr>
            <p:ph type="subTitle" idx="1"/>
          </p:nvPr>
        </p:nvSpPr>
        <p:spPr>
          <a:xfrm>
            <a:off x="1562100" y="2074606"/>
            <a:ext cx="9070848" cy="3064657"/>
          </a:xfrm>
        </p:spPr>
        <p:txBody>
          <a:bodyPr/>
          <a:lstStyle/>
          <a:p>
            <a:endParaRPr lang="en-IN" b="1" dirty="0"/>
          </a:p>
          <a:p>
            <a:endParaRPr lang="en-IN" b="1" dirty="0"/>
          </a:p>
          <a:p>
            <a:endParaRPr lang="en-IN" b="1" dirty="0"/>
          </a:p>
          <a:p>
            <a:r>
              <a:rPr lang="en-IN" b="1" dirty="0"/>
              <a:t>ANSWER</a:t>
            </a:r>
          </a:p>
          <a:p>
            <a:r>
              <a:rPr lang="en-IN" b="1" dirty="0" err="1"/>
              <a:t>Debrigarh</a:t>
            </a:r>
            <a:r>
              <a:rPr lang="en-IN" b="1" dirty="0"/>
              <a:t> Wildlife Sanctuary</a:t>
            </a:r>
          </a:p>
        </p:txBody>
      </p:sp>
    </p:spTree>
    <p:extLst>
      <p:ext uri="{BB962C8B-B14F-4D97-AF65-F5344CB8AC3E}">
        <p14:creationId xmlns:p14="http://schemas.microsoft.com/office/powerpoint/2010/main" val="33870163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840DE73-2DD5-CF08-D114-44F2F434D5BA}"/>
              </a:ext>
            </a:extLst>
          </p:cNvPr>
          <p:cNvSpPr>
            <a:spLocks noGrp="1"/>
          </p:cNvSpPr>
          <p:nvPr>
            <p:ph type="subTitle" idx="1"/>
          </p:nvPr>
        </p:nvSpPr>
        <p:spPr>
          <a:xfrm>
            <a:off x="1472085" y="2155113"/>
            <a:ext cx="9070848" cy="3241637"/>
          </a:xfrm>
        </p:spPr>
        <p:txBody>
          <a:bodyPr/>
          <a:lstStyle/>
          <a:p>
            <a:pPr algn="r"/>
            <a:r>
              <a:rPr lang="en-US" b="1" dirty="0"/>
              <a:t>14.Name the building which it have this much record in </a:t>
            </a:r>
          </a:p>
          <a:p>
            <a:pPr algn="r"/>
            <a:r>
              <a:rPr lang="en-US" b="1" dirty="0"/>
              <a:t>its achievement. </a:t>
            </a:r>
            <a:endParaRPr lang="en-IN" b="1" dirty="0"/>
          </a:p>
        </p:txBody>
      </p:sp>
      <p:pic>
        <p:nvPicPr>
          <p:cNvPr id="7" name="Picture 6">
            <a:extLst>
              <a:ext uri="{FF2B5EF4-FFF2-40B4-BE49-F238E27FC236}">
                <a16:creationId xmlns:a16="http://schemas.microsoft.com/office/drawing/2014/main" id="{741CA467-A8E9-3FB3-9CF4-CD084B072BC6}"/>
              </a:ext>
            </a:extLst>
          </p:cNvPr>
          <p:cNvPicPr>
            <a:picLocks noChangeAspect="1"/>
          </p:cNvPicPr>
          <p:nvPr/>
        </p:nvPicPr>
        <p:blipFill>
          <a:blip r:embed="rId2"/>
          <a:stretch>
            <a:fillRect/>
          </a:stretch>
        </p:blipFill>
        <p:spPr>
          <a:xfrm>
            <a:off x="1560576" y="1461250"/>
            <a:ext cx="2854108" cy="3935500"/>
          </a:xfrm>
          <a:prstGeom prst="rect">
            <a:avLst/>
          </a:prstGeom>
        </p:spPr>
      </p:pic>
    </p:spTree>
    <p:extLst>
      <p:ext uri="{BB962C8B-B14F-4D97-AF65-F5344CB8AC3E}">
        <p14:creationId xmlns:p14="http://schemas.microsoft.com/office/powerpoint/2010/main" val="10640832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DA400C5-FFC9-DCF7-190A-50AF090C5504}"/>
              </a:ext>
            </a:extLst>
          </p:cNvPr>
          <p:cNvSpPr>
            <a:spLocks noGrp="1"/>
          </p:cNvSpPr>
          <p:nvPr>
            <p:ph type="subTitle" idx="1"/>
          </p:nvPr>
        </p:nvSpPr>
        <p:spPr>
          <a:xfrm>
            <a:off x="1562100" y="2133600"/>
            <a:ext cx="9070848" cy="3005663"/>
          </a:xfrm>
        </p:spPr>
        <p:txBody>
          <a:bodyPr/>
          <a:lstStyle/>
          <a:p>
            <a:endParaRPr lang="en-IN" dirty="0"/>
          </a:p>
        </p:txBody>
      </p:sp>
      <p:pic>
        <p:nvPicPr>
          <p:cNvPr id="5" name="Picture 4">
            <a:extLst>
              <a:ext uri="{FF2B5EF4-FFF2-40B4-BE49-F238E27FC236}">
                <a16:creationId xmlns:a16="http://schemas.microsoft.com/office/drawing/2014/main" id="{92686085-98D9-3048-BE68-33DD87AAF0CB}"/>
              </a:ext>
            </a:extLst>
          </p:cNvPr>
          <p:cNvPicPr>
            <a:picLocks noChangeAspect="1"/>
          </p:cNvPicPr>
          <p:nvPr/>
        </p:nvPicPr>
        <p:blipFill>
          <a:blip r:embed="rId2"/>
          <a:stretch>
            <a:fillRect/>
          </a:stretch>
        </p:blipFill>
        <p:spPr>
          <a:xfrm>
            <a:off x="3238500" y="1519237"/>
            <a:ext cx="5715000" cy="3819525"/>
          </a:xfrm>
          <a:prstGeom prst="rect">
            <a:avLst/>
          </a:prstGeom>
        </p:spPr>
      </p:pic>
    </p:spTree>
    <p:extLst>
      <p:ext uri="{BB962C8B-B14F-4D97-AF65-F5344CB8AC3E}">
        <p14:creationId xmlns:p14="http://schemas.microsoft.com/office/powerpoint/2010/main" val="24415758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5D913DF-B581-37B8-FF90-82F3987A82B4}"/>
              </a:ext>
            </a:extLst>
          </p:cNvPr>
          <p:cNvSpPr>
            <a:spLocks noGrp="1"/>
          </p:cNvSpPr>
          <p:nvPr>
            <p:ph type="subTitle" idx="1"/>
          </p:nvPr>
        </p:nvSpPr>
        <p:spPr>
          <a:xfrm>
            <a:off x="1562100" y="2104104"/>
            <a:ext cx="9070848" cy="3035160"/>
          </a:xfrm>
        </p:spPr>
        <p:txBody>
          <a:bodyPr/>
          <a:lstStyle/>
          <a:p>
            <a:endParaRPr lang="en-IN" b="1" dirty="0"/>
          </a:p>
          <a:p>
            <a:endParaRPr lang="en-IN" b="1" dirty="0"/>
          </a:p>
          <a:p>
            <a:endParaRPr lang="en-IN" b="1" dirty="0"/>
          </a:p>
          <a:p>
            <a:r>
              <a:rPr lang="en-IN" b="1" dirty="0"/>
              <a:t>ANSWER</a:t>
            </a:r>
          </a:p>
          <a:p>
            <a:r>
              <a:rPr lang="en-IN" b="1" dirty="0"/>
              <a:t>CN Tower</a:t>
            </a:r>
          </a:p>
        </p:txBody>
      </p:sp>
    </p:spTree>
    <p:extLst>
      <p:ext uri="{BB962C8B-B14F-4D97-AF65-F5344CB8AC3E}">
        <p14:creationId xmlns:p14="http://schemas.microsoft.com/office/powerpoint/2010/main" val="34226248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30EC066-7903-11C7-8F63-170594C71CDC}"/>
              </a:ext>
            </a:extLst>
          </p:cNvPr>
          <p:cNvSpPr>
            <a:spLocks noGrp="1"/>
          </p:cNvSpPr>
          <p:nvPr>
            <p:ph type="subTitle" idx="1"/>
          </p:nvPr>
        </p:nvSpPr>
        <p:spPr>
          <a:xfrm>
            <a:off x="1560576" y="2074608"/>
            <a:ext cx="9070848" cy="3133482"/>
          </a:xfrm>
        </p:spPr>
        <p:txBody>
          <a:bodyPr/>
          <a:lstStyle/>
          <a:p>
            <a:r>
              <a:rPr lang="en-US" b="1" dirty="0"/>
              <a:t>15. Connect the image</a:t>
            </a:r>
          </a:p>
          <a:p>
            <a:endParaRPr lang="en-IN" b="1" dirty="0"/>
          </a:p>
        </p:txBody>
      </p:sp>
      <p:pic>
        <p:nvPicPr>
          <p:cNvPr id="4" name="Picture 3">
            <a:extLst>
              <a:ext uri="{FF2B5EF4-FFF2-40B4-BE49-F238E27FC236}">
                <a16:creationId xmlns:a16="http://schemas.microsoft.com/office/drawing/2014/main" id="{8D2F9A02-3FBA-CB9A-309E-77530E4100CD}"/>
              </a:ext>
            </a:extLst>
          </p:cNvPr>
          <p:cNvPicPr>
            <a:picLocks noChangeAspect="1"/>
          </p:cNvPicPr>
          <p:nvPr/>
        </p:nvPicPr>
        <p:blipFill>
          <a:blip r:embed="rId2"/>
          <a:stretch>
            <a:fillRect/>
          </a:stretch>
        </p:blipFill>
        <p:spPr>
          <a:xfrm>
            <a:off x="1560576" y="1649910"/>
            <a:ext cx="1555632" cy="2199815"/>
          </a:xfrm>
          <a:prstGeom prst="rect">
            <a:avLst/>
          </a:prstGeom>
        </p:spPr>
      </p:pic>
      <p:pic>
        <p:nvPicPr>
          <p:cNvPr id="6" name="Picture 5">
            <a:extLst>
              <a:ext uri="{FF2B5EF4-FFF2-40B4-BE49-F238E27FC236}">
                <a16:creationId xmlns:a16="http://schemas.microsoft.com/office/drawing/2014/main" id="{E7747971-4CAA-93BC-8E00-D35A6A965387}"/>
              </a:ext>
            </a:extLst>
          </p:cNvPr>
          <p:cNvPicPr>
            <a:picLocks noChangeAspect="1"/>
          </p:cNvPicPr>
          <p:nvPr/>
        </p:nvPicPr>
        <p:blipFill>
          <a:blip r:embed="rId3"/>
          <a:stretch>
            <a:fillRect/>
          </a:stretch>
        </p:blipFill>
        <p:spPr>
          <a:xfrm>
            <a:off x="3303792" y="2569786"/>
            <a:ext cx="2143125" cy="2143125"/>
          </a:xfrm>
          <a:prstGeom prst="rect">
            <a:avLst/>
          </a:prstGeom>
        </p:spPr>
      </p:pic>
      <p:pic>
        <p:nvPicPr>
          <p:cNvPr id="8" name="Picture 7">
            <a:extLst>
              <a:ext uri="{FF2B5EF4-FFF2-40B4-BE49-F238E27FC236}">
                <a16:creationId xmlns:a16="http://schemas.microsoft.com/office/drawing/2014/main" id="{88BA460E-54A3-5C7E-5EC4-229912E25906}"/>
              </a:ext>
            </a:extLst>
          </p:cNvPr>
          <p:cNvPicPr>
            <a:picLocks noChangeAspect="1"/>
          </p:cNvPicPr>
          <p:nvPr/>
        </p:nvPicPr>
        <p:blipFill>
          <a:blip r:embed="rId4"/>
          <a:stretch>
            <a:fillRect/>
          </a:stretch>
        </p:blipFill>
        <p:spPr>
          <a:xfrm>
            <a:off x="7499093" y="1493185"/>
            <a:ext cx="2799442" cy="2105180"/>
          </a:xfrm>
          <a:prstGeom prst="rect">
            <a:avLst/>
          </a:prstGeom>
        </p:spPr>
      </p:pic>
      <p:pic>
        <p:nvPicPr>
          <p:cNvPr id="10" name="Picture 9">
            <a:extLst>
              <a:ext uri="{FF2B5EF4-FFF2-40B4-BE49-F238E27FC236}">
                <a16:creationId xmlns:a16="http://schemas.microsoft.com/office/drawing/2014/main" id="{87ACD874-454B-8359-AA61-2B26AC835D1B}"/>
              </a:ext>
            </a:extLst>
          </p:cNvPr>
          <p:cNvPicPr>
            <a:picLocks noChangeAspect="1"/>
          </p:cNvPicPr>
          <p:nvPr/>
        </p:nvPicPr>
        <p:blipFill>
          <a:blip r:embed="rId5"/>
          <a:stretch>
            <a:fillRect/>
          </a:stretch>
        </p:blipFill>
        <p:spPr>
          <a:xfrm>
            <a:off x="5634501" y="3736702"/>
            <a:ext cx="2838450" cy="1609725"/>
          </a:xfrm>
          <a:prstGeom prst="rect">
            <a:avLst/>
          </a:prstGeom>
        </p:spPr>
      </p:pic>
    </p:spTree>
    <p:extLst>
      <p:ext uri="{BB962C8B-B14F-4D97-AF65-F5344CB8AC3E}">
        <p14:creationId xmlns:p14="http://schemas.microsoft.com/office/powerpoint/2010/main" val="28547150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CF3F3-D8E1-9617-9DF2-8CC375D60B9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D824B35-94F3-2E76-7E38-F69ED239AF63}"/>
              </a:ext>
            </a:extLst>
          </p:cNvPr>
          <p:cNvSpPr>
            <a:spLocks noGrp="1"/>
          </p:cNvSpPr>
          <p:nvPr>
            <p:ph type="subTitle" idx="1"/>
          </p:nvPr>
        </p:nvSpPr>
        <p:spPr>
          <a:xfrm>
            <a:off x="1562100" y="2133600"/>
            <a:ext cx="9070848" cy="3005663"/>
          </a:xfrm>
        </p:spPr>
        <p:txBody>
          <a:bodyPr/>
          <a:lstStyle/>
          <a:p>
            <a:endParaRPr lang="en-IN" dirty="0"/>
          </a:p>
        </p:txBody>
      </p:sp>
      <p:pic>
        <p:nvPicPr>
          <p:cNvPr id="5" name="Picture 4">
            <a:extLst>
              <a:ext uri="{FF2B5EF4-FFF2-40B4-BE49-F238E27FC236}">
                <a16:creationId xmlns:a16="http://schemas.microsoft.com/office/drawing/2014/main" id="{7090AA2B-D1FF-2D7F-684F-7CB37E9DB7FC}"/>
              </a:ext>
            </a:extLst>
          </p:cNvPr>
          <p:cNvPicPr>
            <a:picLocks noChangeAspect="1"/>
          </p:cNvPicPr>
          <p:nvPr/>
        </p:nvPicPr>
        <p:blipFill>
          <a:blip r:embed="rId2"/>
          <a:stretch>
            <a:fillRect/>
          </a:stretch>
        </p:blipFill>
        <p:spPr>
          <a:xfrm>
            <a:off x="3238500" y="1519237"/>
            <a:ext cx="5715000" cy="3819525"/>
          </a:xfrm>
          <a:prstGeom prst="rect">
            <a:avLst/>
          </a:prstGeom>
        </p:spPr>
      </p:pic>
    </p:spTree>
    <p:extLst>
      <p:ext uri="{BB962C8B-B14F-4D97-AF65-F5344CB8AC3E}">
        <p14:creationId xmlns:p14="http://schemas.microsoft.com/office/powerpoint/2010/main" val="5924640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A1B3921-C6C8-FF64-5A79-BC59890528EC}"/>
              </a:ext>
            </a:extLst>
          </p:cNvPr>
          <p:cNvSpPr>
            <a:spLocks noGrp="1"/>
          </p:cNvSpPr>
          <p:nvPr>
            <p:ph type="subTitle" idx="1"/>
          </p:nvPr>
        </p:nvSpPr>
        <p:spPr>
          <a:xfrm>
            <a:off x="1562100" y="2261420"/>
            <a:ext cx="9070848" cy="2877844"/>
          </a:xfrm>
        </p:spPr>
        <p:txBody>
          <a:bodyPr/>
          <a:lstStyle/>
          <a:p>
            <a:endParaRPr lang="en-IN" b="1" dirty="0"/>
          </a:p>
          <a:p>
            <a:endParaRPr lang="en-IN" b="1" dirty="0"/>
          </a:p>
          <a:p>
            <a:endParaRPr lang="en-IN" b="1" dirty="0"/>
          </a:p>
          <a:p>
            <a:r>
              <a:rPr lang="en-IN" b="1" dirty="0"/>
              <a:t>ANSWER</a:t>
            </a:r>
          </a:p>
          <a:p>
            <a:r>
              <a:rPr lang="en-IN" b="1" dirty="0" err="1"/>
              <a:t>Jagatsinghpur</a:t>
            </a:r>
            <a:endParaRPr lang="en-IN" b="1" dirty="0"/>
          </a:p>
        </p:txBody>
      </p:sp>
    </p:spTree>
    <p:extLst>
      <p:ext uri="{BB962C8B-B14F-4D97-AF65-F5344CB8AC3E}">
        <p14:creationId xmlns:p14="http://schemas.microsoft.com/office/powerpoint/2010/main" val="42400344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9B336-F7FF-8FB8-B65F-D097E8A9CA72}"/>
              </a:ext>
            </a:extLst>
          </p:cNvPr>
          <p:cNvSpPr>
            <a:spLocks noGrp="1"/>
          </p:cNvSpPr>
          <p:nvPr>
            <p:ph type="ctrTitle"/>
          </p:nvPr>
        </p:nvSpPr>
        <p:spPr/>
        <p:txBody>
          <a:bodyPr/>
          <a:lstStyle/>
          <a:p>
            <a:r>
              <a:rPr lang="en-US" dirty="0"/>
              <a:t>THANK YOU</a:t>
            </a:r>
            <a:endParaRPr lang="en-IN" dirty="0"/>
          </a:p>
        </p:txBody>
      </p:sp>
    </p:spTree>
    <p:extLst>
      <p:ext uri="{BB962C8B-B14F-4D97-AF65-F5344CB8AC3E}">
        <p14:creationId xmlns:p14="http://schemas.microsoft.com/office/powerpoint/2010/main" val="22153939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{1D33EA75-623A-4571-8CA9-AD5778E403A4}TF77a67a13-02ae-4296-8148-f26bdaaf38f1bbeb7578-b5a5a16a332c</Template>
  <TotalTime>346</TotalTime>
  <Words>1525</Words>
  <Application>Microsoft Office PowerPoint</Application>
  <PresentationFormat>Widescreen</PresentationFormat>
  <Paragraphs>136</Paragraphs>
  <Slides>49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Century Gothic</vt:lpstr>
      <vt:lpstr>Garamond</vt:lpstr>
      <vt:lpstr>Wingdings</vt:lpstr>
      <vt:lpstr>Savon</vt:lpstr>
      <vt:lpstr>ENTERING TO BASICS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PRIYANKA MALLIK</dc:creator>
  <cp:lastModifiedBy>PRIYANKA MALLIK</cp:lastModifiedBy>
  <cp:revision>1</cp:revision>
  <dcterms:created xsi:type="dcterms:W3CDTF">2026-01-30T14:15:45Z</dcterms:created>
  <dcterms:modified xsi:type="dcterms:W3CDTF">2026-01-31T05:15:07Z</dcterms:modified>
</cp:coreProperties>
</file>